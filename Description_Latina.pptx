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6.xml.rels" ContentType="application/vnd.openxmlformats-package.relationships+xml"/>
  <Override PartName="/ppt/slideMasters/_rels/slideMaster5.xml.rels" ContentType="application/vnd.openxmlformats-package.relationships+xml"/>
  <Override PartName="/ppt/slideMasters/_rels/slideMaster2.xml.rels" ContentType="application/vnd.openxmlformats-package.relationships+xml"/>
  <Override PartName="/ppt/slideMasters/_rels/slideMaster4.xml.rels" ContentType="application/vnd.openxmlformats-package.relationships+xml"/>
  <Override PartName="/ppt/slideMasters/_rels/slideMaster1.xml.rels" ContentType="application/vnd.openxmlformats-package.relationships+xml"/>
  <Override PartName="/ppt/slideMasters/_rels/slideMaster3.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_rels/presentation.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2.xml.rels" ContentType="application/vnd.openxmlformats-package.relationships+xml"/>
  <Override PartName="/ppt/slideLayouts/_rels/slideLayout41.xml.rels" ContentType="application/vnd.openxmlformats-package.relationships+xml"/>
  <Override PartName="/ppt/slideLayouts/_rels/slideLayout34.xml.rels" ContentType="application/vnd.openxmlformats-package.relationships+xml"/>
  <Override PartName="/ppt/slideLayouts/_rels/slideLayout49.xml.rels" ContentType="application/vnd.openxmlformats-package.relationships+xml"/>
  <Override PartName="/ppt/slideLayouts/_rels/slideLayout40.xml.rels" ContentType="application/vnd.openxmlformats-package.relationships+xml"/>
  <Override PartName="/ppt/slideLayouts/_rels/slideLayout39.xml.rels" ContentType="application/vnd.openxmlformats-package.relationships+xml"/>
  <Override PartName="/ppt/slideLayouts/_rels/slideLayout33.xml.rels" ContentType="application/vnd.openxmlformats-package.relationships+xml"/>
  <Override PartName="/ppt/slideLayouts/_rels/slideLayout29.xml.rels" ContentType="application/vnd.openxmlformats-package.relationships+xml"/>
  <Override PartName="/ppt/slideLayouts/_rels/slideLayout48.xml.rels" ContentType="application/vnd.openxmlformats-package.relationships+xml"/>
  <Override PartName="/ppt/slideLayouts/_rels/slideLayout3.xml.rels" ContentType="application/vnd.openxmlformats-package.relationships+xml"/>
  <Override PartName="/ppt/slideLayouts/_rels/slideLayout9.xml.rels" ContentType="application/vnd.openxmlformats-package.relationships+xml"/>
  <Override PartName="/ppt/slideLayouts/_rels/slideLayout27.xml.rels" ContentType="application/vnd.openxmlformats-package.relationships+xml"/>
  <Override PartName="/ppt/slideLayouts/_rels/slideLayout36.xml.rels" ContentType="application/vnd.openxmlformats-package.relationships+xml"/>
  <Override PartName="/ppt/slideLayouts/_rels/slideLayout43.xml.rels" ContentType="application/vnd.openxmlformats-package.relationships+xml"/>
  <Override PartName="/ppt/slideLayouts/_rels/slideLayout13.xml.rels" ContentType="application/vnd.openxmlformats-package.relationships+xml"/>
  <Override PartName="/ppt/slideLayouts/_rels/slideLayout58.xml.rels" ContentType="application/vnd.openxmlformats-package.relationships+xml"/>
  <Override PartName="/ppt/slideLayouts/_rels/slideLayout65.xml.rels" ContentType="application/vnd.openxmlformats-package.relationships+xml"/>
  <Override PartName="/ppt/slideLayouts/_rels/slideLayout42.xml.rels" ContentType="application/vnd.openxmlformats-package.relationships+xml"/>
  <Override PartName="/ppt/slideLayouts/_rels/slideLayout35.xml.rels" ContentType="application/vnd.openxmlformats-package.relationships+xml"/>
  <Override PartName="/ppt/slideLayouts/_rels/slideLayout51.xml.rels" ContentType="application/vnd.openxmlformats-package.relationships+xml"/>
  <Override PartName="/ppt/slideLayouts/_rels/slideLayout12.xml.rels" ContentType="application/vnd.openxmlformats-package.relationships+xml"/>
  <Override PartName="/ppt/slideLayouts/_rels/slideLayout55.xml.rels" ContentType="application/vnd.openxmlformats-package.relationships+xml"/>
  <Override PartName="/ppt/slideLayouts/_rels/slideLayout54.xml.rels" ContentType="application/vnd.openxmlformats-package.relationships+xml"/>
  <Override PartName="/ppt/slideLayouts/_rels/slideLayout69.xml.rels" ContentType="application/vnd.openxmlformats-package.relationships+xml"/>
  <Override PartName="/ppt/slideLayouts/_rels/slideLayout63.xml.rels" ContentType="application/vnd.openxmlformats-package.relationships+xml"/>
  <Override PartName="/ppt/slideLayouts/_rels/slideLayout47.xml.rels" ContentType="application/vnd.openxmlformats-package.relationships+xml"/>
  <Override PartName="/ppt/slideLayouts/_rels/slideLayout53.xml.rels" ContentType="application/vnd.openxmlformats-package.relationships+xml"/>
  <Override PartName="/ppt/slideLayouts/_rels/slideLayout46.xml.rels" ContentType="application/vnd.openxmlformats-package.relationships+xml"/>
  <Override PartName="/ppt/slideLayouts/_rels/slideLayout62.xml.rels" ContentType="application/vnd.openxmlformats-package.relationships+xml"/>
  <Override PartName="/ppt/slideLayouts/_rels/slideLayout50.xml.rels" ContentType="application/vnd.openxmlformats-package.relationships+xml"/>
  <Override PartName="/ppt/slideLayouts/_rels/slideLayout52.xml.rels" ContentType="application/vnd.openxmlformats-package.relationships+xml"/>
  <Override PartName="/ppt/slideLayouts/_rels/slideLayout57.xml.rels" ContentType="application/vnd.openxmlformats-package.relationships+xml"/>
  <Override PartName="/ppt/slideLayouts/_rels/slideLayout61.xml.rels" ContentType="application/vnd.openxmlformats-package.relationships+xml"/>
  <Override PartName="/ppt/slideLayouts/_rels/slideLayout19.xml.rels" ContentType="application/vnd.openxmlformats-package.relationships+xml"/>
  <Override PartName="/ppt/slideLayouts/_rels/slideLayout23.xml.rels" ContentType="application/vnd.openxmlformats-package.relationships+xml"/>
  <Override PartName="/ppt/slideLayouts/_rels/slideLayout38.xml.rels" ContentType="application/vnd.openxmlformats-package.relationships+xml"/>
  <Override PartName="/ppt/slideLayouts/_rels/slideLayout30.xml.rels" ContentType="application/vnd.openxmlformats-package.relationships+xml"/>
  <Override PartName="/ppt/slideLayouts/_rels/slideLayout45.xml.rels" ContentType="application/vnd.openxmlformats-package.relationships+xml"/>
  <Override PartName="/ppt/slideLayouts/_rels/slideLayout14.xml.rels" ContentType="application/vnd.openxmlformats-package.relationships+xml"/>
  <Override PartName="/ppt/slideLayouts/_rels/slideLayout8.xml.rels" ContentType="application/vnd.openxmlformats-package.relationships+xml"/>
  <Override PartName="/ppt/slideLayouts/_rels/slideLayout18.xml.rels" ContentType="application/vnd.openxmlformats-package.relationships+xml"/>
  <Override PartName="/ppt/slideLayouts/_rels/slideLayout22.xml.rels" ContentType="application/vnd.openxmlformats-package.relationships+xml"/>
  <Override PartName="/ppt/slideLayouts/_rels/slideLayout37.xml.rels" ContentType="application/vnd.openxmlformats-package.relationships+xml"/>
  <Override PartName="/ppt/slideLayouts/_rels/slideLayout28.xml.rels" ContentType="application/vnd.openxmlformats-package.relationships+xml"/>
  <Override PartName="/ppt/slideLayouts/_rels/slideLayout44.xml.rels" ContentType="application/vnd.openxmlformats-package.relationships+xml"/>
  <Override PartName="/ppt/slideLayouts/_rels/slideLayout7.xml.rels" ContentType="application/vnd.openxmlformats-package.relationships+xml"/>
  <Override PartName="/ppt/slideLayouts/_rels/slideLayout1.xml.rels" ContentType="application/vnd.openxmlformats-package.relationships+xml"/>
  <Override PartName="/ppt/slideLayouts/_rels/slideLayout6.xml.rels" ContentType="application/vnd.openxmlformats-package.relationships+xml"/>
  <Override PartName="/ppt/slideLayouts/_rels/slideLayout21.xml.rels" ContentType="application/vnd.openxmlformats-package.relationships+xml"/>
  <Override PartName="/ppt/slideLayouts/_rels/slideLayout17.xml.rels" ContentType="application/vnd.openxmlformats-package.relationships+xml"/>
  <Override PartName="/ppt/slideLayouts/_rels/slideLayout26.xml.rels" ContentType="application/vnd.openxmlformats-package.relationships+xml"/>
  <Override PartName="/ppt/slideLayouts/_rels/slideLayout11.xml.rels" ContentType="application/vnd.openxmlformats-package.relationships+xml"/>
  <Override PartName="/ppt/slideLayouts/_rels/slideLayout20.xml.rels" ContentType="application/vnd.openxmlformats-package.relationships+xml"/>
  <Override PartName="/ppt/slideLayouts/_rels/slideLayout16.xml.rels" ContentType="application/vnd.openxmlformats-package.relationships+xml"/>
  <Override PartName="/ppt/slideLayouts/_rels/slideLayout25.xml.rels" ContentType="application/vnd.openxmlformats-package.relationships+xml"/>
  <Override PartName="/ppt/slideLayouts/_rels/slideLayout32.xml.rels" ContentType="application/vnd.openxmlformats-package.relationships+xml"/>
  <Override PartName="/ppt/slideLayouts/_rels/slideLayout15.xml.rels" ContentType="application/vnd.openxmlformats-package.relationships+xml"/>
  <Override PartName="/ppt/slideLayouts/_rels/slideLayout24.xml.rels" ContentType="application/vnd.openxmlformats-package.relationships+xml"/>
  <Override PartName="/ppt/slideLayouts/_rels/slideLayout31.xml.rels" ContentType="application/vnd.openxmlformats-package.relationships+xml"/>
  <Override PartName="/ppt/slideLayouts/_rels/slideLayout68.xml.rels" ContentType="application/vnd.openxmlformats-package.relationships+xml"/>
  <Override PartName="/ppt/slideLayouts/_rels/slideLayout72.xml.rels" ContentType="application/vnd.openxmlformats-package.relationships+xml"/>
  <Override PartName="/ppt/slideLayouts/_rels/slideLayout67.xml.rels" ContentType="application/vnd.openxmlformats-package.relationships+xml"/>
  <Override PartName="/ppt/slideLayouts/_rels/slideLayout71.xml.rels" ContentType="application/vnd.openxmlformats-package.relationships+xml"/>
  <Override PartName="/ppt/slideLayouts/_rels/slideLayout70.xml.rels" ContentType="application/vnd.openxmlformats-package.relationships+xml"/>
  <Override PartName="/ppt/slideLayouts/_rels/slideLayout66.xml.rels" ContentType="application/vnd.openxmlformats-package.relationships+xml"/>
  <Override PartName="/ppt/slideLayouts/_rels/slideLayout10.xml.rels" ContentType="application/vnd.openxmlformats-package.relationships+xml"/>
  <Override PartName="/ppt/slideLayouts/_rels/slideLayout59.xml.rels" ContentType="application/vnd.openxmlformats-package.relationships+xml"/>
  <Override PartName="/ppt/slideLayouts/_rels/slideLayout56.xml.rels" ContentType="application/vnd.openxmlformats-package.relationships+xml"/>
  <Override PartName="/ppt/slideLayouts/_rels/slideLayout60.xml.rels" ContentType="application/vnd.openxmlformats-package.relationships+xml"/>
  <Override PartName="/ppt/slideLayouts/_rels/slideLayout64.xml.rels" ContentType="application/vnd.openxmlformats-package.relationships+xml"/>
  <Override PartName="/ppt/slideLayouts/slideLayout56.xml" ContentType="application/vnd.openxmlformats-officedocument.presentationml.slideLayout+xml"/>
  <Override PartName="/ppt/slideLayouts/slideLayout55.xml" ContentType="application/vnd.openxmlformats-officedocument.presentationml.slideLayout+xml"/>
  <Override PartName="/ppt/slideLayouts/slideLayout54.xml" ContentType="application/vnd.openxmlformats-officedocument.presentationml.slideLayout+xml"/>
  <Override PartName="/ppt/slideLayouts/slideLayout53.xml" ContentType="application/vnd.openxmlformats-officedocument.presentationml.slideLayout+xml"/>
  <Override PartName="/ppt/slideLayouts/slideLayout52.xml" ContentType="application/vnd.openxmlformats-officedocument.presentationml.slideLayout+xml"/>
  <Override PartName="/ppt/slideLayouts/slideLayout51.xml" ContentType="application/vnd.openxmlformats-officedocument.presentationml.slideLayout+xml"/>
  <Override PartName="/ppt/slideLayouts/slideLayout50.xml" ContentType="application/vnd.openxmlformats-officedocument.presentationml.slideLayout+xml"/>
  <Override PartName="/ppt/slideLayouts/slideLayout46.xml" ContentType="application/vnd.openxmlformats-officedocument.presentationml.slideLayout+xml"/>
  <Override PartName="/ppt/slideLayouts/slideLayout8.xml" ContentType="application/vnd.openxmlformats-officedocument.presentationml.slideLayout+xml"/>
  <Override PartName="/ppt/slideLayouts/slideLayout45.xml" ContentType="application/vnd.openxmlformats-officedocument.presentationml.slideLayout+xml"/>
  <Override PartName="/ppt/slideLayouts/slideLayout7.xml" ContentType="application/vnd.openxmlformats-officedocument.presentationml.slideLayout+xml"/>
  <Override PartName="/ppt/slideLayouts/slideLayout44.xml" ContentType="application/vnd.openxmlformats-officedocument.presentationml.slideLayout+xml"/>
  <Override PartName="/ppt/slideLayouts/slideLayout6.xml" ContentType="application/vnd.openxmlformats-officedocument.presentationml.slideLayout+xml"/>
  <Override PartName="/ppt/slideLayouts/slideLayout22.xml" ContentType="application/vnd.openxmlformats-officedocument.presentationml.slideLayout+xml"/>
  <Override PartName="/ppt/slideLayouts/slideLayout59.xml" ContentType="application/vnd.openxmlformats-officedocument.presentationml.slideLayout+xml"/>
  <Override PartName="/ppt/slideLayouts/slideLayout57.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60.xml" ContentType="application/vnd.openxmlformats-officedocument.presentationml.slideLayout+xml"/>
  <Override PartName="/ppt/slideLayouts/slideLayout19.xml" ContentType="application/vnd.openxmlformats-officedocument.presentationml.slideLayout+xml"/>
  <Override PartName="/ppt/slideLayouts/slideLayout61.xml" ContentType="application/vnd.openxmlformats-officedocument.presentationml.slideLayout+xml"/>
  <Override PartName="/ppt/slideLayouts/slideLayout21.xml" ContentType="application/vnd.openxmlformats-officedocument.presentationml.slideLayout+xml"/>
  <Override PartName="/ppt/slideLayouts/slideLayout1.xml" ContentType="application/vnd.openxmlformats-officedocument.presentationml.slideLayout+xml"/>
  <Override PartName="/ppt/slideLayouts/slideLayout58.xml" ContentType="application/vnd.openxmlformats-officedocument.presentationml.slideLayout+xml"/>
  <Override PartName="/ppt/slideLayouts/slideLayout17.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72.xml" ContentType="application/vnd.openxmlformats-officedocument.presentationml.slideLayout+xml"/>
  <Override PartName="/ppt/slideLayouts/slideLayout23.xml" ContentType="application/vnd.openxmlformats-officedocument.presentationml.slideLayout+xml"/>
  <Override PartName="/ppt/slideLayouts/slideLayout71.xml" ContentType="application/vnd.openxmlformats-officedocument.presentationml.slideLayout+xml"/>
  <Override PartName="/ppt/slideLayouts/slideLayout29.xml" ContentType="application/vnd.openxmlformats-officedocument.presentationml.slideLayout+xml"/>
  <Override PartName="/ppt/slideLayouts/slideLayout69.xml" ContentType="application/vnd.openxmlformats-officedocument.presentationml.slideLayout+xml"/>
  <Override PartName="/ppt/slideLayouts/slideLayout32.xml" ContentType="application/vnd.openxmlformats-officedocument.presentationml.slideLayout+xml"/>
  <Override PartName="/ppt/slideLayouts/slideLayout70.xml" ContentType="application/vnd.openxmlformats-officedocument.presentationml.slideLayout+xml"/>
  <Override PartName="/ppt/slideLayouts/slideLayout28.xml" ContentType="application/vnd.openxmlformats-officedocument.presentationml.slideLayout+xml"/>
  <Override PartName="/ppt/slideLayouts/slideLayout68.xml" ContentType="application/vnd.openxmlformats-officedocument.presentationml.slideLayout+xml"/>
  <Override PartName="/ppt/slideLayouts/slideLayout31.xml" ContentType="application/vnd.openxmlformats-officedocument.presentationml.slideLayout+xml"/>
  <Override PartName="/ppt/slideLayouts/slideLayout67.xml" ContentType="application/vnd.openxmlformats-officedocument.presentationml.slideLayout+xml"/>
  <Override PartName="/ppt/slideLayouts/slideLayout30.xml" ContentType="application/vnd.openxmlformats-officedocument.presentationml.slideLayout+xml"/>
  <Override PartName="/ppt/slideLayouts/slideLayout66.xml" ContentType="application/vnd.openxmlformats-officedocument.presentationml.slideLayout+xml"/>
  <Override PartName="/ppt/slideLayouts/slideLayout65.xml" ContentType="application/vnd.openxmlformats-officedocument.presentationml.slideLayout+xml"/>
  <Override PartName="/ppt/slideLayouts/slideLayout64.xml" ContentType="application/vnd.openxmlformats-officedocument.presentationml.slideLayout+xml"/>
  <Override PartName="/ppt/slideLayouts/slideLayout63.xml" ContentType="application/vnd.openxmlformats-officedocument.presentationml.slideLayout+xml"/>
  <Override PartName="/ppt/slideLayouts/slideLayout62.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slideLayouts/slideLayout47.xml" ContentType="application/vnd.openxmlformats-officedocument.presentationml.slideLayout+xml"/>
  <Override PartName="/ppt/slideLayouts/slideLayout11.xml" ContentType="application/vnd.openxmlformats-officedocument.presentationml.slideLayout+xml"/>
  <Override PartName="/ppt/slideLayouts/slideLayout48.xml" ContentType="application/vnd.openxmlformats-officedocument.presentationml.slideLayout+xml"/>
  <Override PartName="/ppt/slideLayouts/slideLayout12.xml" ContentType="application/vnd.openxmlformats-officedocument.presentationml.slideLayout+xml"/>
  <Override PartName="/ppt/slideLayouts/slideLayout49.xml" ContentType="application/vnd.openxmlformats-officedocument.presentationml.slideLayout+xml"/>
  <Override PartName="/ppt/slideLayouts/slideLayout13.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2.xml" ContentType="application/vnd.openxmlformats-officedocument.presentationml.slideLayout+xml"/>
  <Override PartName="/ppt/slideLayouts/slideLayout40.xml" ContentType="application/vnd.openxmlformats-officedocument.presentationml.slideLayout+xml"/>
  <Override PartName="/ppt/slideLayouts/slideLayout3.xml" ContentType="application/vnd.openxmlformats-officedocument.presentationml.slideLayout+xml"/>
  <Override PartName="/ppt/slideLayouts/slideLayout41.xml" ContentType="application/vnd.openxmlformats-officedocument.presentationml.slideLayout+xml"/>
  <Override PartName="/ppt/slideLayouts/slideLayout4.xml" ContentType="application/vnd.openxmlformats-officedocument.presentationml.slideLayout+xml"/>
  <Override PartName="/ppt/slideLayouts/slideLayout42.xml" ContentType="application/vnd.openxmlformats-officedocument.presentationml.slideLayout+xml"/>
  <Override PartName="/ppt/slideLayouts/slideLayout5.xml" ContentType="application/vnd.openxmlformats-officedocument.presentationml.slideLayout+xml"/>
  <Override PartName="/ppt/slideLayouts/slideLayout43.xml" ContentType="application/vnd.openxmlformats-officedocument.presentationml.slideLayout+xml"/>
  <Override PartName="/ppt/media/image23.png" ContentType="image/png"/>
  <Override PartName="/ppt/media/image22.png" ContentType="image/png"/>
  <Override PartName="/ppt/media/image21.png" ContentType="image/png"/>
  <Override PartName="/ppt/media/image4.png" ContentType="image/png"/>
  <Override PartName="/ppt/media/image27.png" ContentType="image/png"/>
  <Override PartName="/ppt/media/image28.png" ContentType="image/png"/>
  <Override PartName="/ppt/media/image5.png" ContentType="image/png"/>
  <Override PartName="/ppt/media/image30.png" ContentType="image/png"/>
  <Override PartName="/ppt/media/image10.png" ContentType="image/png"/>
  <Override PartName="/ppt/media/image29.png" ContentType="image/png"/>
  <Override PartName="/ppt/media/image6.png" ContentType="image/png"/>
  <Override PartName="/ppt/media/image11.png" ContentType="image/png"/>
  <Override PartName="/ppt/media/image7.png" ContentType="image/png"/>
  <Override PartName="/ppt/media/image12.png" ContentType="image/png"/>
  <Override PartName="/ppt/media/image8.png" ContentType="image/png"/>
  <Override PartName="/ppt/media/image13.png" ContentType="image/png"/>
  <Override PartName="/ppt/media/image9.png" ContentType="image/png"/>
  <Override PartName="/ppt/media/image3.png" ContentType="image/png"/>
  <Override PartName="/ppt/media/image26.png" ContentType="image/png"/>
  <Override PartName="/ppt/media/image32.png" ContentType="image/png"/>
  <Override PartName="/ppt/media/image2.png" ContentType="image/png"/>
  <Override PartName="/ppt/media/image25.png" ContentType="image/png"/>
  <Override PartName="/ppt/media/image31.png" ContentType="image/png"/>
  <Override PartName="/ppt/media/image1.png" ContentType="image/png"/>
  <Override PartName="/ppt/media/image24.png" ContentType="image/png"/>
  <Override PartName="/ppt/media/image14.png" ContentType="image/png"/>
  <Override PartName="/ppt/media/image15.png" ContentType="image/png"/>
  <Override PartName="/ppt/media/image16.png" ContentType="image/png"/>
  <Override PartName="/ppt/media/image17.png" ContentType="image/png"/>
  <Override PartName="/ppt/media/image18.png" ContentType="image/png"/>
  <Override PartName="/ppt/media/image20.png" ContentType="image/png"/>
  <Override PartName="/ppt/media/image19.png" ContentType="image/png"/>
  <Override PartName="/ppt/presProps.xml" ContentType="application/vnd.openxmlformats-officedocument.presentationml.presProps+xml"/>
  <Override PartName="/ppt/slides/slide29.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4.xml" ContentType="application/vnd.openxmlformats-officedocument.presentationml.slide+xml"/>
  <Override PartName="/ppt/slides/_rels/slide16.xml.rels" ContentType="application/vnd.openxmlformats-package.relationships+xml"/>
  <Override PartName="/ppt/slides/_rels/slide25.xml.rels" ContentType="application/vnd.openxmlformats-package.relationships+xml"/>
  <Override PartName="/ppt/slides/_rels/slide10.xml.rels" ContentType="application/vnd.openxmlformats-package.relationships+xml"/>
  <Override PartName="/ppt/slides/_rels/slide27.xml.rels" ContentType="application/vnd.openxmlformats-package.relationships+xml"/>
  <Override PartName="/ppt/slides/_rels/slide8.xml.rels" ContentType="application/vnd.openxmlformats-package.relationships+xml"/>
  <Override PartName="/ppt/slides/_rels/slide21.xml.rels" ContentType="application/vnd.openxmlformats-package.relationships+xml"/>
  <Override PartName="/ppt/slides/_rels/slide2.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7.xml.rels" ContentType="application/vnd.openxmlformats-package.relationships+xml"/>
  <Override PartName="/ppt/slides/_rels/slide20.xml.rels" ContentType="application/vnd.openxmlformats-package.relationships+xml"/>
  <Override PartName="/ppt/slides/_rels/slide1.xml.rels" ContentType="application/vnd.openxmlformats-package.relationships+xml"/>
  <Override PartName="/ppt/slides/_rels/slide4.xml.rels" ContentType="application/vnd.openxmlformats-package.relationships+xml"/>
  <Override PartName="/ppt/slides/_rels/slide11.xml.rels" ContentType="application/vnd.openxmlformats-package.relationships+xml"/>
  <Override PartName="/ppt/slides/_rels/slide26.xml.rels" ContentType="application/vnd.openxmlformats-package.relationships+xml"/>
  <Override PartName="/ppt/slides/_rels/slide17.xml.rels" ContentType="application/vnd.openxmlformats-package.relationships+xml"/>
  <Override PartName="/ppt/slides/_rels/slide12.xml.rels" ContentType="application/vnd.openxmlformats-package.relationships+xml"/>
  <Override PartName="/ppt/slides/_rels/slide18.xml.rels" ContentType="application/vnd.openxmlformats-package.relationships+xml"/>
  <Override PartName="/ppt/slides/_rels/slide13.xml.rels" ContentType="application/vnd.openxmlformats-package.relationships+xml"/>
  <Override PartName="/ppt/slides/_rels/slide19.xml.rels" ContentType="application/vnd.openxmlformats-package.relationships+xml"/>
  <Override PartName="/ppt/slides/_rels/slide9.xml.rels" ContentType="application/vnd.openxmlformats-package.relationships+xml"/>
  <Override PartName="/ppt/slides/_rels/slide3.xml.rels" ContentType="application/vnd.openxmlformats-package.relationships+xml"/>
  <Override PartName="/ppt/slides/_rels/slide28.xml.rels" ContentType="application/vnd.openxmlformats-package.relationships+xml"/>
  <Override PartName="/ppt/slides/_rels/slide22.xml.rels" ContentType="application/vnd.openxmlformats-package.relationships+xml"/>
  <Override PartName="/ppt/slides/_rels/slide29.xml.rels" ContentType="application/vnd.openxmlformats-package.relationships+xml"/>
  <Override PartName="/ppt/slides/_rels/slide30.xml.rels" ContentType="application/vnd.openxmlformats-package.relationships+xml"/>
  <Override PartName="/ppt/slides/_rels/slide14.xml.rels" ContentType="application/vnd.openxmlformats-package.relationships+xml"/>
  <Override PartName="/ppt/slides/_rels/slide23.xml.rels" ContentType="application/vnd.openxmlformats-package.relationships+xml"/>
  <Override PartName="/ppt/slides/_rels/slide24.xml.rels" ContentType="application/vnd.openxmlformats-package.relationships+xml"/>
  <Override PartName="/ppt/slides/_rels/slide15.xml.rels" ContentType="application/vnd.openxmlformats-package.relationships+xml"/>
  <Override PartName="/ppt/slides/_rels/slide31.xml.rels" ContentType="application/vnd.openxmlformats-package.relationships+xml"/>
  <Override PartName="/ppt/slides/slide30.xml" ContentType="application/vnd.openxmlformats-officedocument.presentationml.slide+xml"/>
  <Override PartName="/ppt/slides/slide5.xml" ContentType="application/vnd.openxmlformats-officedocument.presentationml.slide+xml"/>
  <Override PartName="/ppt/slides/slide31.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19.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 id="2147483687" r:id="rId5"/>
    <p:sldMasterId id="2147483700" r:id="rId6"/>
    <p:sldMasterId id="2147483713" r:id="rId7"/>
  </p:sld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Lst>
  <p:sldSz cx="9144000" cy="6858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3.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5.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6.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9.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0.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1.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2.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3.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4.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6.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7.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8.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9.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0.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1.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2.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3.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4.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5.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7.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8.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9.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0.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1.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2.xml.rels><?xml version="1.0" encoding="UTF-8"?>
<Relationships xmlns="http://schemas.openxmlformats.org/package/2006/relationships"><Relationship Id="rId1" Type="http://schemas.openxmlformats.org/officeDocument/2006/relationships/slideMaster" Target="../slideMasters/slideMaster6.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CB586E1E-2E07-4DDF-8FF2-4B5AC7993DF0}" type="slidenum">
              <a:t>&lt;#&gt;</a:t>
            </a:fld>
          </a:p>
        </p:txBody>
      </p:sp>
      <p:sp>
        <p:nvSpPr>
          <p:cNvPr id="4" name="PlaceHolder 3"/>
          <p:cNvSpPr>
            <a:spLocks noGrp="1"/>
          </p:cNvSpPr>
          <p:nvPr>
            <p:ph type="dt" idx="1"/>
          </p:nvPr>
        </p:nvSpPr>
        <p:spPr/>
        <p:txBody>
          <a:bodyPr/>
          <a:p>
            <a:r>
              <a:rPr lang="es-CL"/>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0" name="PlaceHolder 1"/>
          <p:cNvSpPr>
            <a:spLocks noGrp="1"/>
          </p:cNvSpPr>
          <p:nvPr>
            <p:ph type="title"/>
          </p:nvPr>
        </p:nvSpPr>
        <p:spPr>
          <a:xfrm>
            <a:off x="457200" y="704160"/>
            <a:ext cx="8229240" cy="1142640"/>
          </a:xfrm>
          <a:prstGeom prst="rect">
            <a:avLst/>
          </a:prstGeom>
          <a:noFill/>
          <a:ln w="0">
            <a:noFill/>
          </a:ln>
        </p:spPr>
        <p:txBody>
          <a:bodyPr lIns="0" rIns="0" tIns="0" bIns="0" anchor="ctr">
            <a:noAutofit/>
          </a:bodyPr>
          <a:p>
            <a:endParaRPr b="0" lang="es-CL" sz="1800" spc="-1" strike="noStrike">
              <a:solidFill>
                <a:srgbClr val="000000"/>
              </a:solidFill>
              <a:latin typeface="Constantia"/>
            </a:endParaRPr>
          </a:p>
        </p:txBody>
      </p:sp>
      <p:sp>
        <p:nvSpPr>
          <p:cNvPr id="11" name="PlaceHolder 2"/>
          <p:cNvSpPr>
            <a:spLocks noGrp="1"/>
          </p:cNvSpPr>
          <p:nvPr>
            <p:ph type="subTitle"/>
          </p:nvPr>
        </p:nvSpPr>
        <p:spPr>
          <a:xfrm>
            <a:off x="457200" y="1935360"/>
            <a:ext cx="8229240" cy="4388760"/>
          </a:xfrm>
          <a:prstGeom prst="rect">
            <a:avLst/>
          </a:prstGeom>
          <a:noFill/>
          <a:ln w="0">
            <a:noFill/>
          </a:ln>
        </p:spPr>
        <p:txBody>
          <a:bodyPr lIns="0" rIns="0" tIns="0" bIns="0" anchor="ctr">
            <a:noAutofit/>
          </a:bodyPr>
          <a:p>
            <a:pPr algn="ctr">
              <a:buNone/>
            </a:pPr>
            <a:endParaRPr b="0" lang="es-CL" sz="3200" spc="-1" strike="noStrike">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B5DAD3C3-1B11-4B09-8FED-2BDAE5D55A5C}" type="slidenum">
              <a:t>&lt;#&gt;</a:t>
            </a:fld>
          </a:p>
        </p:txBody>
      </p:sp>
      <p:sp>
        <p:nvSpPr>
          <p:cNvPr id="6" name="PlaceHolder 5"/>
          <p:cNvSpPr>
            <a:spLocks noGrp="1"/>
          </p:cNvSpPr>
          <p:nvPr>
            <p:ph type="dt" idx="1"/>
          </p:nvPr>
        </p:nvSpPr>
        <p:spPr/>
        <p:txBody>
          <a:bodyPr/>
          <a:p>
            <a:r>
              <a:rPr lang="es-CL"/>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2" name="PlaceHolder 1"/>
          <p:cNvSpPr>
            <a:spLocks noGrp="1"/>
          </p:cNvSpPr>
          <p:nvPr>
            <p:ph type="title"/>
          </p:nvPr>
        </p:nvSpPr>
        <p:spPr>
          <a:xfrm>
            <a:off x="457200" y="704160"/>
            <a:ext cx="8229240" cy="1142640"/>
          </a:xfrm>
          <a:prstGeom prst="rect">
            <a:avLst/>
          </a:prstGeom>
          <a:noFill/>
          <a:ln w="0">
            <a:noFill/>
          </a:ln>
        </p:spPr>
        <p:txBody>
          <a:bodyPr lIns="0" rIns="0" tIns="0" bIns="0" anchor="ctr">
            <a:noAutofit/>
          </a:bodyPr>
          <a:p>
            <a:endParaRPr b="0" lang="es-CL" sz="1800" spc="-1" strike="noStrike">
              <a:solidFill>
                <a:srgbClr val="000000"/>
              </a:solidFill>
              <a:latin typeface="Constantia"/>
            </a:endParaRPr>
          </a:p>
        </p:txBody>
      </p:sp>
      <p:sp>
        <p:nvSpPr>
          <p:cNvPr id="13" name="PlaceHolder 2"/>
          <p:cNvSpPr>
            <a:spLocks noGrp="1"/>
          </p:cNvSpPr>
          <p:nvPr>
            <p:ph/>
          </p:nvPr>
        </p:nvSpPr>
        <p:spPr>
          <a:xfrm>
            <a:off x="457200" y="1935360"/>
            <a:ext cx="8229240" cy="438876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4183953F-6EF4-4D68-9EAA-8B2C5907A6F3}" type="slidenum">
              <a:t>&lt;#&gt;</a:t>
            </a:fld>
          </a:p>
        </p:txBody>
      </p:sp>
      <p:sp>
        <p:nvSpPr>
          <p:cNvPr id="6" name="PlaceHolder 5"/>
          <p:cNvSpPr>
            <a:spLocks noGrp="1"/>
          </p:cNvSpPr>
          <p:nvPr>
            <p:ph type="dt" idx="1"/>
          </p:nvPr>
        </p:nvSpPr>
        <p:spPr/>
        <p:txBody>
          <a:bodyPr/>
          <a:p>
            <a:r>
              <a:rPr lang="es-CL"/>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457200" y="704160"/>
            <a:ext cx="8229240" cy="1142640"/>
          </a:xfrm>
          <a:prstGeom prst="rect">
            <a:avLst/>
          </a:prstGeom>
          <a:noFill/>
          <a:ln w="0">
            <a:noFill/>
          </a:ln>
        </p:spPr>
        <p:txBody>
          <a:bodyPr lIns="0" rIns="0" tIns="0" bIns="0" anchor="ctr">
            <a:noAutofit/>
          </a:bodyPr>
          <a:p>
            <a:endParaRPr b="0" lang="es-CL" sz="1800" spc="-1" strike="noStrike">
              <a:solidFill>
                <a:srgbClr val="000000"/>
              </a:solidFill>
              <a:latin typeface="Constantia"/>
            </a:endParaRPr>
          </a:p>
        </p:txBody>
      </p:sp>
      <p:sp>
        <p:nvSpPr>
          <p:cNvPr id="15" name="PlaceHolder 2"/>
          <p:cNvSpPr>
            <a:spLocks noGrp="1"/>
          </p:cNvSpPr>
          <p:nvPr>
            <p:ph/>
          </p:nvPr>
        </p:nvSpPr>
        <p:spPr>
          <a:xfrm>
            <a:off x="457200" y="1935360"/>
            <a:ext cx="4015800" cy="438876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16" name="PlaceHolder 3"/>
          <p:cNvSpPr>
            <a:spLocks noGrp="1"/>
          </p:cNvSpPr>
          <p:nvPr>
            <p:ph/>
          </p:nvPr>
        </p:nvSpPr>
        <p:spPr>
          <a:xfrm>
            <a:off x="4674240" y="1935360"/>
            <a:ext cx="4015800" cy="438876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8E283F20-08C1-423E-AA15-287BD0786C1A}" type="slidenum">
              <a:t>&lt;#&gt;</a:t>
            </a:fld>
          </a:p>
        </p:txBody>
      </p:sp>
      <p:sp>
        <p:nvSpPr>
          <p:cNvPr id="7" name="PlaceHolder 6"/>
          <p:cNvSpPr>
            <a:spLocks noGrp="1"/>
          </p:cNvSpPr>
          <p:nvPr>
            <p:ph type="dt" idx="1"/>
          </p:nvPr>
        </p:nvSpPr>
        <p:spPr/>
        <p:txBody>
          <a:bodyPr/>
          <a:p>
            <a:r>
              <a:rPr lang="es-CL"/>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7" name="PlaceHolder 1"/>
          <p:cNvSpPr>
            <a:spLocks noGrp="1"/>
          </p:cNvSpPr>
          <p:nvPr>
            <p:ph type="title"/>
          </p:nvPr>
        </p:nvSpPr>
        <p:spPr>
          <a:xfrm>
            <a:off x="457200" y="704160"/>
            <a:ext cx="8229240" cy="1142640"/>
          </a:xfrm>
          <a:prstGeom prst="rect">
            <a:avLst/>
          </a:prstGeom>
          <a:noFill/>
          <a:ln w="0">
            <a:noFill/>
          </a:ln>
        </p:spPr>
        <p:txBody>
          <a:bodyPr lIns="0" rIns="0" tIns="0" bIns="0" anchor="ctr">
            <a:noAutofit/>
          </a:bodyPr>
          <a:p>
            <a:endParaRPr b="0" lang="es-CL" sz="1800" spc="-1" strike="noStrike">
              <a:solidFill>
                <a:srgbClr val="000000"/>
              </a:solidFill>
              <a:latin typeface="Constantia"/>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5FEB39CD-A002-48B6-8784-76F19346320F}" type="slidenum">
              <a:t>&lt;#&gt;</a:t>
            </a:fld>
          </a:p>
        </p:txBody>
      </p:sp>
      <p:sp>
        <p:nvSpPr>
          <p:cNvPr id="5" name="PlaceHolder 4"/>
          <p:cNvSpPr>
            <a:spLocks noGrp="1"/>
          </p:cNvSpPr>
          <p:nvPr>
            <p:ph type="dt" idx="1"/>
          </p:nvPr>
        </p:nvSpPr>
        <p:spPr/>
        <p:txBody>
          <a:bodyPr/>
          <a:p>
            <a:r>
              <a:rPr lang="es-CL"/>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8" name="PlaceHolder 1"/>
          <p:cNvSpPr>
            <a:spLocks noGrp="1"/>
          </p:cNvSpPr>
          <p:nvPr>
            <p:ph type="subTitle"/>
          </p:nvPr>
        </p:nvSpPr>
        <p:spPr>
          <a:xfrm>
            <a:off x="457200" y="704160"/>
            <a:ext cx="8229240" cy="5297760"/>
          </a:xfrm>
          <a:prstGeom prst="rect">
            <a:avLst/>
          </a:prstGeom>
          <a:noFill/>
          <a:ln w="0">
            <a:noFill/>
          </a:ln>
        </p:spPr>
        <p:txBody>
          <a:bodyPr lIns="0" rIns="0" tIns="0" bIns="0" anchor="ctr">
            <a:noAutofit/>
          </a:bodyPr>
          <a:p>
            <a:pPr algn="ctr">
              <a:buNone/>
            </a:pPr>
            <a:endParaRPr b="0" lang="es-CL" sz="3200" spc="-1" strike="noStrike">
              <a:latin typeface="Arial"/>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4D0BD611-53FA-4F9C-B9F6-058685E2B5BD}" type="slidenum">
              <a:t>&lt;#&gt;</a:t>
            </a:fld>
          </a:p>
        </p:txBody>
      </p:sp>
      <p:sp>
        <p:nvSpPr>
          <p:cNvPr id="5" name="PlaceHolder 4"/>
          <p:cNvSpPr>
            <a:spLocks noGrp="1"/>
          </p:cNvSpPr>
          <p:nvPr>
            <p:ph type="dt" idx="1"/>
          </p:nvPr>
        </p:nvSpPr>
        <p:spPr/>
        <p:txBody>
          <a:bodyPr/>
          <a:p>
            <a:r>
              <a:rPr lang="es-CL"/>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457200" y="704160"/>
            <a:ext cx="8229240" cy="1142640"/>
          </a:xfrm>
          <a:prstGeom prst="rect">
            <a:avLst/>
          </a:prstGeom>
          <a:noFill/>
          <a:ln w="0">
            <a:noFill/>
          </a:ln>
        </p:spPr>
        <p:txBody>
          <a:bodyPr lIns="0" rIns="0" tIns="0" bIns="0" anchor="ctr">
            <a:noAutofit/>
          </a:bodyPr>
          <a:p>
            <a:endParaRPr b="0" lang="es-CL" sz="1800" spc="-1" strike="noStrike">
              <a:solidFill>
                <a:srgbClr val="000000"/>
              </a:solidFill>
              <a:latin typeface="Constantia"/>
            </a:endParaRPr>
          </a:p>
        </p:txBody>
      </p:sp>
      <p:sp>
        <p:nvSpPr>
          <p:cNvPr id="20" name="PlaceHolder 2"/>
          <p:cNvSpPr>
            <a:spLocks noGrp="1"/>
          </p:cNvSpPr>
          <p:nvPr>
            <p:ph/>
          </p:nvPr>
        </p:nvSpPr>
        <p:spPr>
          <a:xfrm>
            <a:off x="457200" y="1935360"/>
            <a:ext cx="4015800" cy="209340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21" name="PlaceHolder 3"/>
          <p:cNvSpPr>
            <a:spLocks noGrp="1"/>
          </p:cNvSpPr>
          <p:nvPr>
            <p:ph/>
          </p:nvPr>
        </p:nvSpPr>
        <p:spPr>
          <a:xfrm>
            <a:off x="4674240" y="1935360"/>
            <a:ext cx="4015800" cy="438876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22" name="PlaceHolder 4"/>
          <p:cNvSpPr>
            <a:spLocks noGrp="1"/>
          </p:cNvSpPr>
          <p:nvPr>
            <p:ph/>
          </p:nvPr>
        </p:nvSpPr>
        <p:spPr>
          <a:xfrm>
            <a:off x="457200" y="4228200"/>
            <a:ext cx="4015800" cy="209340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6A4EBCE2-5B10-41AD-9FC0-192D9A027FF2}" type="slidenum">
              <a:t>&lt;#&gt;</a:t>
            </a:fld>
          </a:p>
        </p:txBody>
      </p:sp>
      <p:sp>
        <p:nvSpPr>
          <p:cNvPr id="8" name="PlaceHolder 7"/>
          <p:cNvSpPr>
            <a:spLocks noGrp="1"/>
          </p:cNvSpPr>
          <p:nvPr>
            <p:ph type="dt" idx="1"/>
          </p:nvPr>
        </p:nvSpPr>
        <p:spPr/>
        <p:txBody>
          <a:bodyPr/>
          <a:p>
            <a:r>
              <a:rPr lang="es-CL"/>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457200" y="704160"/>
            <a:ext cx="8229240" cy="1142640"/>
          </a:xfrm>
          <a:prstGeom prst="rect">
            <a:avLst/>
          </a:prstGeom>
          <a:noFill/>
          <a:ln w="0">
            <a:noFill/>
          </a:ln>
        </p:spPr>
        <p:txBody>
          <a:bodyPr lIns="0" rIns="0" tIns="0" bIns="0" anchor="ctr">
            <a:noAutofit/>
          </a:bodyPr>
          <a:p>
            <a:endParaRPr b="0" lang="es-CL" sz="1800" spc="-1" strike="noStrike">
              <a:solidFill>
                <a:srgbClr val="000000"/>
              </a:solidFill>
              <a:latin typeface="Constantia"/>
            </a:endParaRPr>
          </a:p>
        </p:txBody>
      </p:sp>
      <p:sp>
        <p:nvSpPr>
          <p:cNvPr id="24" name="PlaceHolder 2"/>
          <p:cNvSpPr>
            <a:spLocks noGrp="1"/>
          </p:cNvSpPr>
          <p:nvPr>
            <p:ph/>
          </p:nvPr>
        </p:nvSpPr>
        <p:spPr>
          <a:xfrm>
            <a:off x="457200" y="1935360"/>
            <a:ext cx="4015800" cy="438876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25" name="PlaceHolder 3"/>
          <p:cNvSpPr>
            <a:spLocks noGrp="1"/>
          </p:cNvSpPr>
          <p:nvPr>
            <p:ph/>
          </p:nvPr>
        </p:nvSpPr>
        <p:spPr>
          <a:xfrm>
            <a:off x="4674240" y="1935360"/>
            <a:ext cx="4015800" cy="209340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26" name="PlaceHolder 4"/>
          <p:cNvSpPr>
            <a:spLocks noGrp="1"/>
          </p:cNvSpPr>
          <p:nvPr>
            <p:ph/>
          </p:nvPr>
        </p:nvSpPr>
        <p:spPr>
          <a:xfrm>
            <a:off x="4674240" y="4228200"/>
            <a:ext cx="4015800" cy="209340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1E5C2A00-1984-49F3-8D22-AFEBDB0FD293}" type="slidenum">
              <a:t>&lt;#&gt;</a:t>
            </a:fld>
          </a:p>
        </p:txBody>
      </p:sp>
      <p:sp>
        <p:nvSpPr>
          <p:cNvPr id="8" name="PlaceHolder 7"/>
          <p:cNvSpPr>
            <a:spLocks noGrp="1"/>
          </p:cNvSpPr>
          <p:nvPr>
            <p:ph type="dt" idx="1"/>
          </p:nvPr>
        </p:nvSpPr>
        <p:spPr/>
        <p:txBody>
          <a:bodyPr/>
          <a:p>
            <a:r>
              <a:rPr lang="es-CL"/>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7" name="PlaceHolder 1"/>
          <p:cNvSpPr>
            <a:spLocks noGrp="1"/>
          </p:cNvSpPr>
          <p:nvPr>
            <p:ph type="title"/>
          </p:nvPr>
        </p:nvSpPr>
        <p:spPr>
          <a:xfrm>
            <a:off x="457200" y="704160"/>
            <a:ext cx="8229240" cy="1142640"/>
          </a:xfrm>
          <a:prstGeom prst="rect">
            <a:avLst/>
          </a:prstGeom>
          <a:noFill/>
          <a:ln w="0">
            <a:noFill/>
          </a:ln>
        </p:spPr>
        <p:txBody>
          <a:bodyPr lIns="0" rIns="0" tIns="0" bIns="0" anchor="ctr">
            <a:noAutofit/>
          </a:bodyPr>
          <a:p>
            <a:endParaRPr b="0" lang="es-CL" sz="1800" spc="-1" strike="noStrike">
              <a:solidFill>
                <a:srgbClr val="000000"/>
              </a:solidFill>
              <a:latin typeface="Constantia"/>
            </a:endParaRPr>
          </a:p>
        </p:txBody>
      </p:sp>
      <p:sp>
        <p:nvSpPr>
          <p:cNvPr id="28" name="PlaceHolder 2"/>
          <p:cNvSpPr>
            <a:spLocks noGrp="1"/>
          </p:cNvSpPr>
          <p:nvPr>
            <p:ph/>
          </p:nvPr>
        </p:nvSpPr>
        <p:spPr>
          <a:xfrm>
            <a:off x="457200" y="1935360"/>
            <a:ext cx="4015800" cy="209340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29" name="PlaceHolder 3"/>
          <p:cNvSpPr>
            <a:spLocks noGrp="1"/>
          </p:cNvSpPr>
          <p:nvPr>
            <p:ph/>
          </p:nvPr>
        </p:nvSpPr>
        <p:spPr>
          <a:xfrm>
            <a:off x="4674240" y="1935360"/>
            <a:ext cx="4015800" cy="209340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30" name="PlaceHolder 4"/>
          <p:cNvSpPr>
            <a:spLocks noGrp="1"/>
          </p:cNvSpPr>
          <p:nvPr>
            <p:ph/>
          </p:nvPr>
        </p:nvSpPr>
        <p:spPr>
          <a:xfrm>
            <a:off x="457200" y="4228200"/>
            <a:ext cx="8229240" cy="209340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78025FA6-030F-4744-AF01-8A0A81E4CCC5}" type="slidenum">
              <a:t>&lt;#&gt;</a:t>
            </a:fld>
          </a:p>
        </p:txBody>
      </p:sp>
      <p:sp>
        <p:nvSpPr>
          <p:cNvPr id="8" name="PlaceHolder 7"/>
          <p:cNvSpPr>
            <a:spLocks noGrp="1"/>
          </p:cNvSpPr>
          <p:nvPr>
            <p:ph type="dt" idx="1"/>
          </p:nvPr>
        </p:nvSpPr>
        <p:spPr/>
        <p:txBody>
          <a:bodyPr/>
          <a:p>
            <a:r>
              <a:rPr lang="es-CL"/>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457200" y="704160"/>
            <a:ext cx="8229240" cy="1142640"/>
          </a:xfrm>
          <a:prstGeom prst="rect">
            <a:avLst/>
          </a:prstGeom>
          <a:noFill/>
          <a:ln w="0">
            <a:noFill/>
          </a:ln>
        </p:spPr>
        <p:txBody>
          <a:bodyPr lIns="0" rIns="0" tIns="0" bIns="0" anchor="ctr">
            <a:noAutofit/>
          </a:bodyPr>
          <a:p>
            <a:endParaRPr b="0" lang="es-CL" sz="1800" spc="-1" strike="noStrike">
              <a:solidFill>
                <a:srgbClr val="000000"/>
              </a:solidFill>
              <a:latin typeface="Constantia"/>
            </a:endParaRPr>
          </a:p>
        </p:txBody>
      </p:sp>
      <p:sp>
        <p:nvSpPr>
          <p:cNvPr id="32" name="PlaceHolder 2"/>
          <p:cNvSpPr>
            <a:spLocks noGrp="1"/>
          </p:cNvSpPr>
          <p:nvPr>
            <p:ph/>
          </p:nvPr>
        </p:nvSpPr>
        <p:spPr>
          <a:xfrm>
            <a:off x="457200" y="1935360"/>
            <a:ext cx="8229240" cy="209340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33" name="PlaceHolder 3"/>
          <p:cNvSpPr>
            <a:spLocks noGrp="1"/>
          </p:cNvSpPr>
          <p:nvPr>
            <p:ph/>
          </p:nvPr>
        </p:nvSpPr>
        <p:spPr>
          <a:xfrm>
            <a:off x="457200" y="4228200"/>
            <a:ext cx="8229240" cy="209340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FD648D05-5B34-4E1B-9453-C490942DEB87}" type="slidenum">
              <a:t>&lt;#&gt;</a:t>
            </a:fld>
          </a:p>
        </p:txBody>
      </p:sp>
      <p:sp>
        <p:nvSpPr>
          <p:cNvPr id="7" name="PlaceHolder 6"/>
          <p:cNvSpPr>
            <a:spLocks noGrp="1"/>
          </p:cNvSpPr>
          <p:nvPr>
            <p:ph type="dt" idx="1"/>
          </p:nvPr>
        </p:nvSpPr>
        <p:spPr/>
        <p:txBody>
          <a:bodyPr/>
          <a:p>
            <a:r>
              <a:rPr lang="es-CL"/>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457200" y="704160"/>
            <a:ext cx="8229240" cy="1142640"/>
          </a:xfrm>
          <a:prstGeom prst="rect">
            <a:avLst/>
          </a:prstGeom>
          <a:noFill/>
          <a:ln w="0">
            <a:noFill/>
          </a:ln>
        </p:spPr>
        <p:txBody>
          <a:bodyPr lIns="0" rIns="0" tIns="0" bIns="0" anchor="ctr">
            <a:noAutofit/>
          </a:bodyPr>
          <a:p>
            <a:endParaRPr b="0" lang="es-CL" sz="1800" spc="-1" strike="noStrike">
              <a:solidFill>
                <a:srgbClr val="000000"/>
              </a:solidFill>
              <a:latin typeface="Constantia"/>
            </a:endParaRPr>
          </a:p>
        </p:txBody>
      </p:sp>
      <p:sp>
        <p:nvSpPr>
          <p:cNvPr id="35" name="PlaceHolder 2"/>
          <p:cNvSpPr>
            <a:spLocks noGrp="1"/>
          </p:cNvSpPr>
          <p:nvPr>
            <p:ph/>
          </p:nvPr>
        </p:nvSpPr>
        <p:spPr>
          <a:xfrm>
            <a:off x="457200" y="1935360"/>
            <a:ext cx="4015800" cy="209340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36" name="PlaceHolder 3"/>
          <p:cNvSpPr>
            <a:spLocks noGrp="1"/>
          </p:cNvSpPr>
          <p:nvPr>
            <p:ph/>
          </p:nvPr>
        </p:nvSpPr>
        <p:spPr>
          <a:xfrm>
            <a:off x="4674240" y="1935360"/>
            <a:ext cx="4015800" cy="209340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37" name="PlaceHolder 4"/>
          <p:cNvSpPr>
            <a:spLocks noGrp="1"/>
          </p:cNvSpPr>
          <p:nvPr>
            <p:ph/>
          </p:nvPr>
        </p:nvSpPr>
        <p:spPr>
          <a:xfrm>
            <a:off x="457200" y="4228200"/>
            <a:ext cx="4015800" cy="209340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38" name="PlaceHolder 5"/>
          <p:cNvSpPr>
            <a:spLocks noGrp="1"/>
          </p:cNvSpPr>
          <p:nvPr>
            <p:ph/>
          </p:nvPr>
        </p:nvSpPr>
        <p:spPr>
          <a:xfrm>
            <a:off x="4674240" y="4228200"/>
            <a:ext cx="4015800" cy="209340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7" name="PlaceHolder 6"/>
          <p:cNvSpPr>
            <a:spLocks noGrp="1"/>
          </p:cNvSpPr>
          <p:nvPr>
            <p:ph type="ftr" idx="2"/>
          </p:nvPr>
        </p:nvSpPr>
        <p:spPr/>
        <p:txBody>
          <a:bodyPr/>
          <a:p>
            <a:r>
              <a:t>Footer</a:t>
            </a:r>
          </a:p>
        </p:txBody>
      </p:sp>
      <p:sp>
        <p:nvSpPr>
          <p:cNvPr id="8" name="PlaceHolder 7"/>
          <p:cNvSpPr>
            <a:spLocks noGrp="1"/>
          </p:cNvSpPr>
          <p:nvPr>
            <p:ph type="sldNum" idx="3"/>
          </p:nvPr>
        </p:nvSpPr>
        <p:spPr/>
        <p:txBody>
          <a:bodyPr/>
          <a:p>
            <a:fld id="{FC3937E0-6106-4D8E-BCCC-91D0EB371000}" type="slidenum">
              <a:t>&lt;#&gt;</a:t>
            </a:fld>
          </a:p>
        </p:txBody>
      </p:sp>
      <p:sp>
        <p:nvSpPr>
          <p:cNvPr id="9" name="PlaceHolder 8"/>
          <p:cNvSpPr>
            <a:spLocks noGrp="1"/>
          </p:cNvSpPr>
          <p:nvPr>
            <p:ph type="dt" idx="1"/>
          </p:nvPr>
        </p:nvSpPr>
        <p:spPr/>
        <p:txBody>
          <a:bodyPr/>
          <a:p>
            <a:r>
              <a:rPr lang="es-CL"/>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9" name="PlaceHolder 1"/>
          <p:cNvSpPr>
            <a:spLocks noGrp="1"/>
          </p:cNvSpPr>
          <p:nvPr>
            <p:ph type="title"/>
          </p:nvPr>
        </p:nvSpPr>
        <p:spPr>
          <a:xfrm>
            <a:off x="457200" y="704160"/>
            <a:ext cx="8229240" cy="1142640"/>
          </a:xfrm>
          <a:prstGeom prst="rect">
            <a:avLst/>
          </a:prstGeom>
          <a:noFill/>
          <a:ln w="0">
            <a:noFill/>
          </a:ln>
        </p:spPr>
        <p:txBody>
          <a:bodyPr lIns="0" rIns="0" tIns="0" bIns="0" anchor="ctr">
            <a:noAutofit/>
          </a:bodyPr>
          <a:p>
            <a:endParaRPr b="0" lang="es-CL" sz="1800" spc="-1" strike="noStrike">
              <a:solidFill>
                <a:srgbClr val="000000"/>
              </a:solidFill>
              <a:latin typeface="Constantia"/>
            </a:endParaRPr>
          </a:p>
        </p:txBody>
      </p:sp>
      <p:sp>
        <p:nvSpPr>
          <p:cNvPr id="40" name="PlaceHolder 2"/>
          <p:cNvSpPr>
            <a:spLocks noGrp="1"/>
          </p:cNvSpPr>
          <p:nvPr>
            <p:ph/>
          </p:nvPr>
        </p:nvSpPr>
        <p:spPr>
          <a:xfrm>
            <a:off x="457200" y="1935360"/>
            <a:ext cx="2649600" cy="209340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41" name="PlaceHolder 3"/>
          <p:cNvSpPr>
            <a:spLocks noGrp="1"/>
          </p:cNvSpPr>
          <p:nvPr>
            <p:ph/>
          </p:nvPr>
        </p:nvSpPr>
        <p:spPr>
          <a:xfrm>
            <a:off x="3239640" y="1935360"/>
            <a:ext cx="2649600" cy="209340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42" name="PlaceHolder 4"/>
          <p:cNvSpPr>
            <a:spLocks noGrp="1"/>
          </p:cNvSpPr>
          <p:nvPr>
            <p:ph/>
          </p:nvPr>
        </p:nvSpPr>
        <p:spPr>
          <a:xfrm>
            <a:off x="6022080" y="1935360"/>
            <a:ext cx="2649600" cy="209340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43" name="PlaceHolder 5"/>
          <p:cNvSpPr>
            <a:spLocks noGrp="1"/>
          </p:cNvSpPr>
          <p:nvPr>
            <p:ph/>
          </p:nvPr>
        </p:nvSpPr>
        <p:spPr>
          <a:xfrm>
            <a:off x="457200" y="4228200"/>
            <a:ext cx="2649600" cy="209340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44" name="PlaceHolder 6"/>
          <p:cNvSpPr>
            <a:spLocks noGrp="1"/>
          </p:cNvSpPr>
          <p:nvPr>
            <p:ph/>
          </p:nvPr>
        </p:nvSpPr>
        <p:spPr>
          <a:xfrm>
            <a:off x="3239640" y="4228200"/>
            <a:ext cx="2649600" cy="209340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45" name="PlaceHolder 7"/>
          <p:cNvSpPr>
            <a:spLocks noGrp="1"/>
          </p:cNvSpPr>
          <p:nvPr>
            <p:ph/>
          </p:nvPr>
        </p:nvSpPr>
        <p:spPr>
          <a:xfrm>
            <a:off x="6022080" y="4228200"/>
            <a:ext cx="2649600" cy="209340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9" name="PlaceHolder 8"/>
          <p:cNvSpPr>
            <a:spLocks noGrp="1"/>
          </p:cNvSpPr>
          <p:nvPr>
            <p:ph type="ftr" idx="2"/>
          </p:nvPr>
        </p:nvSpPr>
        <p:spPr/>
        <p:txBody>
          <a:bodyPr/>
          <a:p>
            <a:r>
              <a:t>Footer</a:t>
            </a:r>
          </a:p>
        </p:txBody>
      </p:sp>
      <p:sp>
        <p:nvSpPr>
          <p:cNvPr id="10" name="PlaceHolder 9"/>
          <p:cNvSpPr>
            <a:spLocks noGrp="1"/>
          </p:cNvSpPr>
          <p:nvPr>
            <p:ph type="sldNum" idx="3"/>
          </p:nvPr>
        </p:nvSpPr>
        <p:spPr/>
        <p:txBody>
          <a:bodyPr/>
          <a:p>
            <a:fld id="{115303FF-D563-4B41-9B4D-6B29A3418E25}" type="slidenum">
              <a:t>&lt;#&gt;</a:t>
            </a:fld>
          </a:p>
        </p:txBody>
      </p:sp>
      <p:sp>
        <p:nvSpPr>
          <p:cNvPr id="11" name="PlaceHolder 10"/>
          <p:cNvSpPr>
            <a:spLocks noGrp="1"/>
          </p:cNvSpPr>
          <p:nvPr>
            <p:ph type="dt" idx="1"/>
          </p:nvPr>
        </p:nvSpPr>
        <p:spPr/>
        <p:txBody>
          <a:bodyPr/>
          <a:p>
            <a:r>
              <a:rPr lang="es-CL"/>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904EF8B2-0D6C-4C93-9A2D-EF55EA3B848E}" type="slidenum">
              <a:t>&lt;#&gt;</a:t>
            </a:fld>
          </a:p>
        </p:txBody>
      </p:sp>
      <p:sp>
        <p:nvSpPr>
          <p:cNvPr id="4" name="PlaceHolder 3"/>
          <p:cNvSpPr>
            <a:spLocks noGrp="1"/>
          </p:cNvSpPr>
          <p:nvPr>
            <p:ph type="dt" idx="4"/>
          </p:nvPr>
        </p:nvSpPr>
        <p:spPr/>
        <p:txBody>
          <a:bodyPr/>
          <a:p>
            <a:r>
              <a:rPr lang="es-CL"/>
              <a:t/>
            </a: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6" name="PlaceHolder 1"/>
          <p:cNvSpPr>
            <a:spLocks noGrp="1"/>
          </p:cNvSpPr>
          <p:nvPr>
            <p:ph type="title"/>
          </p:nvPr>
        </p:nvSpPr>
        <p:spPr>
          <a:xfrm>
            <a:off x="457200" y="704160"/>
            <a:ext cx="8229240" cy="1142640"/>
          </a:xfrm>
          <a:prstGeom prst="rect">
            <a:avLst/>
          </a:prstGeom>
          <a:noFill/>
          <a:ln w="0">
            <a:noFill/>
          </a:ln>
        </p:spPr>
        <p:txBody>
          <a:bodyPr lIns="0" rIns="0" tIns="0" bIns="0" anchor="ctr">
            <a:noAutofit/>
          </a:bodyPr>
          <a:p>
            <a:endParaRPr b="0" lang="es-CL" sz="1800" spc="-1" strike="noStrike">
              <a:solidFill>
                <a:srgbClr val="000000"/>
              </a:solidFill>
              <a:latin typeface="Constantia"/>
            </a:endParaRPr>
          </a:p>
        </p:txBody>
      </p:sp>
      <p:sp>
        <p:nvSpPr>
          <p:cNvPr id="57" name="PlaceHolder 2"/>
          <p:cNvSpPr>
            <a:spLocks noGrp="1"/>
          </p:cNvSpPr>
          <p:nvPr>
            <p:ph type="subTitle"/>
          </p:nvPr>
        </p:nvSpPr>
        <p:spPr>
          <a:xfrm>
            <a:off x="457200" y="1935360"/>
            <a:ext cx="8229240" cy="4388760"/>
          </a:xfrm>
          <a:prstGeom prst="rect">
            <a:avLst/>
          </a:prstGeom>
          <a:noFill/>
          <a:ln w="0">
            <a:noFill/>
          </a:ln>
        </p:spPr>
        <p:txBody>
          <a:bodyPr lIns="0" rIns="0" tIns="0" bIns="0" anchor="ctr">
            <a:noAutofit/>
          </a:bodyPr>
          <a:p>
            <a:pPr algn="ctr">
              <a:buNone/>
            </a:pPr>
            <a:endParaRPr b="0" lang="es-CL" sz="3200" spc="-1" strike="noStrike">
              <a:latin typeface="Arial"/>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E5F48F3E-1BD2-4074-AE5D-171497416080}" type="slidenum">
              <a:t>&lt;#&gt;</a:t>
            </a:fld>
          </a:p>
        </p:txBody>
      </p:sp>
      <p:sp>
        <p:nvSpPr>
          <p:cNvPr id="6" name="PlaceHolder 5"/>
          <p:cNvSpPr>
            <a:spLocks noGrp="1"/>
          </p:cNvSpPr>
          <p:nvPr>
            <p:ph type="dt" idx="4"/>
          </p:nvPr>
        </p:nvSpPr>
        <p:spPr/>
        <p:txBody>
          <a:bodyPr/>
          <a:p>
            <a:r>
              <a:rPr lang="es-CL"/>
              <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58" name="PlaceHolder 1"/>
          <p:cNvSpPr>
            <a:spLocks noGrp="1"/>
          </p:cNvSpPr>
          <p:nvPr>
            <p:ph type="title"/>
          </p:nvPr>
        </p:nvSpPr>
        <p:spPr>
          <a:xfrm>
            <a:off x="457200" y="704160"/>
            <a:ext cx="8229240" cy="1142640"/>
          </a:xfrm>
          <a:prstGeom prst="rect">
            <a:avLst/>
          </a:prstGeom>
          <a:noFill/>
          <a:ln w="0">
            <a:noFill/>
          </a:ln>
        </p:spPr>
        <p:txBody>
          <a:bodyPr lIns="0" rIns="0" tIns="0" bIns="0" anchor="ctr">
            <a:noAutofit/>
          </a:bodyPr>
          <a:p>
            <a:endParaRPr b="0" lang="es-CL" sz="1800" spc="-1" strike="noStrike">
              <a:solidFill>
                <a:srgbClr val="000000"/>
              </a:solidFill>
              <a:latin typeface="Constantia"/>
            </a:endParaRPr>
          </a:p>
        </p:txBody>
      </p:sp>
      <p:sp>
        <p:nvSpPr>
          <p:cNvPr id="59" name="PlaceHolder 2"/>
          <p:cNvSpPr>
            <a:spLocks noGrp="1"/>
          </p:cNvSpPr>
          <p:nvPr>
            <p:ph/>
          </p:nvPr>
        </p:nvSpPr>
        <p:spPr>
          <a:xfrm>
            <a:off x="457200" y="1935360"/>
            <a:ext cx="8229240" cy="438876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43F9B9DF-D19A-4A5C-A8CE-E79FCC473FD4}" type="slidenum">
              <a:t>&lt;#&gt;</a:t>
            </a:fld>
          </a:p>
        </p:txBody>
      </p:sp>
      <p:sp>
        <p:nvSpPr>
          <p:cNvPr id="6" name="PlaceHolder 5"/>
          <p:cNvSpPr>
            <a:spLocks noGrp="1"/>
          </p:cNvSpPr>
          <p:nvPr>
            <p:ph type="dt" idx="4"/>
          </p:nvPr>
        </p:nvSpPr>
        <p:spPr/>
        <p:txBody>
          <a:bodyPr/>
          <a:p>
            <a:r>
              <a:rPr lang="es-CL"/>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60" name="PlaceHolder 1"/>
          <p:cNvSpPr>
            <a:spLocks noGrp="1"/>
          </p:cNvSpPr>
          <p:nvPr>
            <p:ph type="title"/>
          </p:nvPr>
        </p:nvSpPr>
        <p:spPr>
          <a:xfrm>
            <a:off x="457200" y="704160"/>
            <a:ext cx="8229240" cy="1142640"/>
          </a:xfrm>
          <a:prstGeom prst="rect">
            <a:avLst/>
          </a:prstGeom>
          <a:noFill/>
          <a:ln w="0">
            <a:noFill/>
          </a:ln>
        </p:spPr>
        <p:txBody>
          <a:bodyPr lIns="0" rIns="0" tIns="0" bIns="0" anchor="ctr">
            <a:noAutofit/>
          </a:bodyPr>
          <a:p>
            <a:endParaRPr b="0" lang="es-CL" sz="1800" spc="-1" strike="noStrike">
              <a:solidFill>
                <a:srgbClr val="000000"/>
              </a:solidFill>
              <a:latin typeface="Constantia"/>
            </a:endParaRPr>
          </a:p>
        </p:txBody>
      </p:sp>
      <p:sp>
        <p:nvSpPr>
          <p:cNvPr id="61" name="PlaceHolder 2"/>
          <p:cNvSpPr>
            <a:spLocks noGrp="1"/>
          </p:cNvSpPr>
          <p:nvPr>
            <p:ph/>
          </p:nvPr>
        </p:nvSpPr>
        <p:spPr>
          <a:xfrm>
            <a:off x="457200" y="1935360"/>
            <a:ext cx="4015800" cy="438876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62" name="PlaceHolder 3"/>
          <p:cNvSpPr>
            <a:spLocks noGrp="1"/>
          </p:cNvSpPr>
          <p:nvPr>
            <p:ph/>
          </p:nvPr>
        </p:nvSpPr>
        <p:spPr>
          <a:xfrm>
            <a:off x="4674240" y="1935360"/>
            <a:ext cx="4015800" cy="438876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5" name="PlaceHolder 4"/>
          <p:cNvSpPr>
            <a:spLocks noGrp="1"/>
          </p:cNvSpPr>
          <p:nvPr>
            <p:ph type="ftr" idx="5"/>
          </p:nvPr>
        </p:nvSpPr>
        <p:spPr/>
        <p:txBody>
          <a:bodyPr/>
          <a:p>
            <a:r>
              <a:t>Footer</a:t>
            </a:r>
          </a:p>
        </p:txBody>
      </p:sp>
      <p:sp>
        <p:nvSpPr>
          <p:cNvPr id="6" name="PlaceHolder 5"/>
          <p:cNvSpPr>
            <a:spLocks noGrp="1"/>
          </p:cNvSpPr>
          <p:nvPr>
            <p:ph type="sldNum" idx="6"/>
          </p:nvPr>
        </p:nvSpPr>
        <p:spPr/>
        <p:txBody>
          <a:bodyPr/>
          <a:p>
            <a:fld id="{B21EF1D3-668F-4FEE-B383-53E7C316ED30}" type="slidenum">
              <a:t>&lt;#&gt;</a:t>
            </a:fld>
          </a:p>
        </p:txBody>
      </p:sp>
      <p:sp>
        <p:nvSpPr>
          <p:cNvPr id="7" name="PlaceHolder 6"/>
          <p:cNvSpPr>
            <a:spLocks noGrp="1"/>
          </p:cNvSpPr>
          <p:nvPr>
            <p:ph type="dt" idx="4"/>
          </p:nvPr>
        </p:nvSpPr>
        <p:spPr/>
        <p:txBody>
          <a:bodyPr/>
          <a:p>
            <a:r>
              <a:rPr lang="es-CL"/>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63" name="PlaceHolder 1"/>
          <p:cNvSpPr>
            <a:spLocks noGrp="1"/>
          </p:cNvSpPr>
          <p:nvPr>
            <p:ph type="title"/>
          </p:nvPr>
        </p:nvSpPr>
        <p:spPr>
          <a:xfrm>
            <a:off x="457200" y="704160"/>
            <a:ext cx="8229240" cy="1142640"/>
          </a:xfrm>
          <a:prstGeom prst="rect">
            <a:avLst/>
          </a:prstGeom>
          <a:noFill/>
          <a:ln w="0">
            <a:noFill/>
          </a:ln>
        </p:spPr>
        <p:txBody>
          <a:bodyPr lIns="0" rIns="0" tIns="0" bIns="0" anchor="ctr">
            <a:noAutofit/>
          </a:bodyPr>
          <a:p>
            <a:endParaRPr b="0" lang="es-CL" sz="1800" spc="-1" strike="noStrike">
              <a:solidFill>
                <a:srgbClr val="000000"/>
              </a:solidFill>
              <a:latin typeface="Constantia"/>
            </a:endParaRPr>
          </a:p>
        </p:txBody>
      </p:sp>
      <p:sp>
        <p:nvSpPr>
          <p:cNvPr id="3" name="PlaceHolder 2"/>
          <p:cNvSpPr>
            <a:spLocks noGrp="1"/>
          </p:cNvSpPr>
          <p:nvPr>
            <p:ph type="ftr" idx="5"/>
          </p:nvPr>
        </p:nvSpPr>
        <p:spPr/>
        <p:txBody>
          <a:bodyPr/>
          <a:p>
            <a:r>
              <a:t>Footer</a:t>
            </a:r>
          </a:p>
        </p:txBody>
      </p:sp>
      <p:sp>
        <p:nvSpPr>
          <p:cNvPr id="4" name="PlaceHolder 3"/>
          <p:cNvSpPr>
            <a:spLocks noGrp="1"/>
          </p:cNvSpPr>
          <p:nvPr>
            <p:ph type="sldNum" idx="6"/>
          </p:nvPr>
        </p:nvSpPr>
        <p:spPr/>
        <p:txBody>
          <a:bodyPr/>
          <a:p>
            <a:fld id="{B632CA58-58AA-485C-8362-B3ED7533B951}" type="slidenum">
              <a:t>&lt;#&gt;</a:t>
            </a:fld>
          </a:p>
        </p:txBody>
      </p:sp>
      <p:sp>
        <p:nvSpPr>
          <p:cNvPr id="5" name="PlaceHolder 4"/>
          <p:cNvSpPr>
            <a:spLocks noGrp="1"/>
          </p:cNvSpPr>
          <p:nvPr>
            <p:ph type="dt" idx="4"/>
          </p:nvPr>
        </p:nvSpPr>
        <p:spPr/>
        <p:txBody>
          <a:bodyPr/>
          <a:p>
            <a:r>
              <a:rPr lang="es-CL"/>
              <a:t/>
            </a: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64" name="PlaceHolder 1"/>
          <p:cNvSpPr>
            <a:spLocks noGrp="1"/>
          </p:cNvSpPr>
          <p:nvPr>
            <p:ph type="subTitle"/>
          </p:nvPr>
        </p:nvSpPr>
        <p:spPr>
          <a:xfrm>
            <a:off x="457200" y="704160"/>
            <a:ext cx="8229240" cy="5297760"/>
          </a:xfrm>
          <a:prstGeom prst="rect">
            <a:avLst/>
          </a:prstGeom>
          <a:noFill/>
          <a:ln w="0">
            <a:noFill/>
          </a:ln>
        </p:spPr>
        <p:txBody>
          <a:bodyPr lIns="0" rIns="0" tIns="0" bIns="0" anchor="ctr">
            <a:noAutofit/>
          </a:bodyPr>
          <a:p>
            <a:pPr algn="ctr">
              <a:buNone/>
            </a:pPr>
            <a:endParaRPr b="0" lang="es-CL" sz="3200" spc="-1" strike="noStrike">
              <a:latin typeface="Arial"/>
            </a:endParaRPr>
          </a:p>
        </p:txBody>
      </p:sp>
      <p:sp>
        <p:nvSpPr>
          <p:cNvPr id="3" name="PlaceHolder 2"/>
          <p:cNvSpPr>
            <a:spLocks noGrp="1"/>
          </p:cNvSpPr>
          <p:nvPr>
            <p:ph type="ftr" idx="5"/>
          </p:nvPr>
        </p:nvSpPr>
        <p:spPr/>
        <p:txBody>
          <a:bodyPr/>
          <a:p>
            <a:r>
              <a:t>Footer</a:t>
            </a:r>
          </a:p>
        </p:txBody>
      </p:sp>
      <p:sp>
        <p:nvSpPr>
          <p:cNvPr id="4" name="PlaceHolder 3"/>
          <p:cNvSpPr>
            <a:spLocks noGrp="1"/>
          </p:cNvSpPr>
          <p:nvPr>
            <p:ph type="sldNum" idx="6"/>
          </p:nvPr>
        </p:nvSpPr>
        <p:spPr/>
        <p:txBody>
          <a:bodyPr/>
          <a:p>
            <a:fld id="{6F1AA949-D4C6-47C7-9DD6-90AA812E85E3}" type="slidenum">
              <a:t>&lt;#&gt;</a:t>
            </a:fld>
          </a:p>
        </p:txBody>
      </p:sp>
      <p:sp>
        <p:nvSpPr>
          <p:cNvPr id="5" name="PlaceHolder 4"/>
          <p:cNvSpPr>
            <a:spLocks noGrp="1"/>
          </p:cNvSpPr>
          <p:nvPr>
            <p:ph type="dt" idx="4"/>
          </p:nvPr>
        </p:nvSpPr>
        <p:spPr/>
        <p:txBody>
          <a:bodyPr/>
          <a:p>
            <a:r>
              <a:rPr lang="es-CL"/>
              <a:t/>
            </a: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65" name="PlaceHolder 1"/>
          <p:cNvSpPr>
            <a:spLocks noGrp="1"/>
          </p:cNvSpPr>
          <p:nvPr>
            <p:ph type="title"/>
          </p:nvPr>
        </p:nvSpPr>
        <p:spPr>
          <a:xfrm>
            <a:off x="457200" y="704160"/>
            <a:ext cx="8229240" cy="1142640"/>
          </a:xfrm>
          <a:prstGeom prst="rect">
            <a:avLst/>
          </a:prstGeom>
          <a:noFill/>
          <a:ln w="0">
            <a:noFill/>
          </a:ln>
        </p:spPr>
        <p:txBody>
          <a:bodyPr lIns="0" rIns="0" tIns="0" bIns="0" anchor="ctr">
            <a:noAutofit/>
          </a:bodyPr>
          <a:p>
            <a:endParaRPr b="0" lang="es-CL" sz="1800" spc="-1" strike="noStrike">
              <a:solidFill>
                <a:srgbClr val="000000"/>
              </a:solidFill>
              <a:latin typeface="Constantia"/>
            </a:endParaRPr>
          </a:p>
        </p:txBody>
      </p:sp>
      <p:sp>
        <p:nvSpPr>
          <p:cNvPr id="66" name="PlaceHolder 2"/>
          <p:cNvSpPr>
            <a:spLocks noGrp="1"/>
          </p:cNvSpPr>
          <p:nvPr>
            <p:ph/>
          </p:nvPr>
        </p:nvSpPr>
        <p:spPr>
          <a:xfrm>
            <a:off x="457200" y="1935360"/>
            <a:ext cx="4015800" cy="209340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67" name="PlaceHolder 3"/>
          <p:cNvSpPr>
            <a:spLocks noGrp="1"/>
          </p:cNvSpPr>
          <p:nvPr>
            <p:ph/>
          </p:nvPr>
        </p:nvSpPr>
        <p:spPr>
          <a:xfrm>
            <a:off x="4674240" y="1935360"/>
            <a:ext cx="4015800" cy="438876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68" name="PlaceHolder 4"/>
          <p:cNvSpPr>
            <a:spLocks noGrp="1"/>
          </p:cNvSpPr>
          <p:nvPr>
            <p:ph/>
          </p:nvPr>
        </p:nvSpPr>
        <p:spPr>
          <a:xfrm>
            <a:off x="457200" y="4228200"/>
            <a:ext cx="4015800" cy="209340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38B13A4A-F0DA-48C4-A925-2FECDD7DBED8}" type="slidenum">
              <a:t>&lt;#&gt;</a:t>
            </a:fld>
          </a:p>
        </p:txBody>
      </p:sp>
      <p:sp>
        <p:nvSpPr>
          <p:cNvPr id="8" name="PlaceHolder 7"/>
          <p:cNvSpPr>
            <a:spLocks noGrp="1"/>
          </p:cNvSpPr>
          <p:nvPr>
            <p:ph type="dt" idx="4"/>
          </p:nvPr>
        </p:nvSpPr>
        <p:spPr/>
        <p:txBody>
          <a:bodyPr/>
          <a:p>
            <a:r>
              <a:rPr lang="es-CL"/>
              <a:t/>
            </a: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69" name="PlaceHolder 1"/>
          <p:cNvSpPr>
            <a:spLocks noGrp="1"/>
          </p:cNvSpPr>
          <p:nvPr>
            <p:ph type="title"/>
          </p:nvPr>
        </p:nvSpPr>
        <p:spPr>
          <a:xfrm>
            <a:off x="457200" y="704160"/>
            <a:ext cx="8229240" cy="1142640"/>
          </a:xfrm>
          <a:prstGeom prst="rect">
            <a:avLst/>
          </a:prstGeom>
          <a:noFill/>
          <a:ln w="0">
            <a:noFill/>
          </a:ln>
        </p:spPr>
        <p:txBody>
          <a:bodyPr lIns="0" rIns="0" tIns="0" bIns="0" anchor="ctr">
            <a:noAutofit/>
          </a:bodyPr>
          <a:p>
            <a:endParaRPr b="0" lang="es-CL" sz="1800" spc="-1" strike="noStrike">
              <a:solidFill>
                <a:srgbClr val="000000"/>
              </a:solidFill>
              <a:latin typeface="Constantia"/>
            </a:endParaRPr>
          </a:p>
        </p:txBody>
      </p:sp>
      <p:sp>
        <p:nvSpPr>
          <p:cNvPr id="70" name="PlaceHolder 2"/>
          <p:cNvSpPr>
            <a:spLocks noGrp="1"/>
          </p:cNvSpPr>
          <p:nvPr>
            <p:ph/>
          </p:nvPr>
        </p:nvSpPr>
        <p:spPr>
          <a:xfrm>
            <a:off x="457200" y="1935360"/>
            <a:ext cx="4015800" cy="438876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71" name="PlaceHolder 3"/>
          <p:cNvSpPr>
            <a:spLocks noGrp="1"/>
          </p:cNvSpPr>
          <p:nvPr>
            <p:ph/>
          </p:nvPr>
        </p:nvSpPr>
        <p:spPr>
          <a:xfrm>
            <a:off x="4674240" y="1935360"/>
            <a:ext cx="4015800" cy="209340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72" name="PlaceHolder 4"/>
          <p:cNvSpPr>
            <a:spLocks noGrp="1"/>
          </p:cNvSpPr>
          <p:nvPr>
            <p:ph/>
          </p:nvPr>
        </p:nvSpPr>
        <p:spPr>
          <a:xfrm>
            <a:off x="4674240" y="4228200"/>
            <a:ext cx="4015800" cy="209340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13427162-C653-4182-A80A-EED870821A75}" type="slidenum">
              <a:t>&lt;#&gt;</a:t>
            </a:fld>
          </a:p>
        </p:txBody>
      </p:sp>
      <p:sp>
        <p:nvSpPr>
          <p:cNvPr id="8" name="PlaceHolder 7"/>
          <p:cNvSpPr>
            <a:spLocks noGrp="1"/>
          </p:cNvSpPr>
          <p:nvPr>
            <p:ph type="dt" idx="4"/>
          </p:nvPr>
        </p:nvSpPr>
        <p:spPr/>
        <p:txBody>
          <a:bodyPr/>
          <a:p>
            <a:r>
              <a:rPr lang="es-CL"/>
              <a:t/>
            </a: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73" name="PlaceHolder 1"/>
          <p:cNvSpPr>
            <a:spLocks noGrp="1"/>
          </p:cNvSpPr>
          <p:nvPr>
            <p:ph type="title"/>
          </p:nvPr>
        </p:nvSpPr>
        <p:spPr>
          <a:xfrm>
            <a:off x="457200" y="704160"/>
            <a:ext cx="8229240" cy="1142640"/>
          </a:xfrm>
          <a:prstGeom prst="rect">
            <a:avLst/>
          </a:prstGeom>
          <a:noFill/>
          <a:ln w="0">
            <a:noFill/>
          </a:ln>
        </p:spPr>
        <p:txBody>
          <a:bodyPr lIns="0" rIns="0" tIns="0" bIns="0" anchor="ctr">
            <a:noAutofit/>
          </a:bodyPr>
          <a:p>
            <a:endParaRPr b="0" lang="es-CL" sz="1800" spc="-1" strike="noStrike">
              <a:solidFill>
                <a:srgbClr val="000000"/>
              </a:solidFill>
              <a:latin typeface="Constantia"/>
            </a:endParaRPr>
          </a:p>
        </p:txBody>
      </p:sp>
      <p:sp>
        <p:nvSpPr>
          <p:cNvPr id="74" name="PlaceHolder 2"/>
          <p:cNvSpPr>
            <a:spLocks noGrp="1"/>
          </p:cNvSpPr>
          <p:nvPr>
            <p:ph/>
          </p:nvPr>
        </p:nvSpPr>
        <p:spPr>
          <a:xfrm>
            <a:off x="457200" y="1935360"/>
            <a:ext cx="4015800" cy="209340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75" name="PlaceHolder 3"/>
          <p:cNvSpPr>
            <a:spLocks noGrp="1"/>
          </p:cNvSpPr>
          <p:nvPr>
            <p:ph/>
          </p:nvPr>
        </p:nvSpPr>
        <p:spPr>
          <a:xfrm>
            <a:off x="4674240" y="1935360"/>
            <a:ext cx="4015800" cy="209340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76" name="PlaceHolder 4"/>
          <p:cNvSpPr>
            <a:spLocks noGrp="1"/>
          </p:cNvSpPr>
          <p:nvPr>
            <p:ph/>
          </p:nvPr>
        </p:nvSpPr>
        <p:spPr>
          <a:xfrm>
            <a:off x="457200" y="4228200"/>
            <a:ext cx="8229240" cy="209340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CB519785-1048-42FA-AF68-B30A65C0C2E3}" type="slidenum">
              <a:t>&lt;#&gt;</a:t>
            </a:fld>
          </a:p>
        </p:txBody>
      </p:sp>
      <p:sp>
        <p:nvSpPr>
          <p:cNvPr id="8" name="PlaceHolder 7"/>
          <p:cNvSpPr>
            <a:spLocks noGrp="1"/>
          </p:cNvSpPr>
          <p:nvPr>
            <p:ph type="dt" idx="4"/>
          </p:nvPr>
        </p:nvSpPr>
        <p:spPr/>
        <p:txBody>
          <a:bodyPr/>
          <a:p>
            <a:r>
              <a:rPr lang="es-CL"/>
              <a:t/>
            </a: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77" name="PlaceHolder 1"/>
          <p:cNvSpPr>
            <a:spLocks noGrp="1"/>
          </p:cNvSpPr>
          <p:nvPr>
            <p:ph type="title"/>
          </p:nvPr>
        </p:nvSpPr>
        <p:spPr>
          <a:xfrm>
            <a:off x="457200" y="704160"/>
            <a:ext cx="8229240" cy="1142640"/>
          </a:xfrm>
          <a:prstGeom prst="rect">
            <a:avLst/>
          </a:prstGeom>
          <a:noFill/>
          <a:ln w="0">
            <a:noFill/>
          </a:ln>
        </p:spPr>
        <p:txBody>
          <a:bodyPr lIns="0" rIns="0" tIns="0" bIns="0" anchor="ctr">
            <a:noAutofit/>
          </a:bodyPr>
          <a:p>
            <a:endParaRPr b="0" lang="es-CL" sz="1800" spc="-1" strike="noStrike">
              <a:solidFill>
                <a:srgbClr val="000000"/>
              </a:solidFill>
              <a:latin typeface="Constantia"/>
            </a:endParaRPr>
          </a:p>
        </p:txBody>
      </p:sp>
      <p:sp>
        <p:nvSpPr>
          <p:cNvPr id="78" name="PlaceHolder 2"/>
          <p:cNvSpPr>
            <a:spLocks noGrp="1"/>
          </p:cNvSpPr>
          <p:nvPr>
            <p:ph/>
          </p:nvPr>
        </p:nvSpPr>
        <p:spPr>
          <a:xfrm>
            <a:off x="457200" y="1935360"/>
            <a:ext cx="8229240" cy="209340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79" name="PlaceHolder 3"/>
          <p:cNvSpPr>
            <a:spLocks noGrp="1"/>
          </p:cNvSpPr>
          <p:nvPr>
            <p:ph/>
          </p:nvPr>
        </p:nvSpPr>
        <p:spPr>
          <a:xfrm>
            <a:off x="457200" y="4228200"/>
            <a:ext cx="8229240" cy="209340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5" name="PlaceHolder 4"/>
          <p:cNvSpPr>
            <a:spLocks noGrp="1"/>
          </p:cNvSpPr>
          <p:nvPr>
            <p:ph type="ftr" idx="5"/>
          </p:nvPr>
        </p:nvSpPr>
        <p:spPr/>
        <p:txBody>
          <a:bodyPr/>
          <a:p>
            <a:r>
              <a:t>Footer</a:t>
            </a:r>
          </a:p>
        </p:txBody>
      </p:sp>
      <p:sp>
        <p:nvSpPr>
          <p:cNvPr id="6" name="PlaceHolder 5"/>
          <p:cNvSpPr>
            <a:spLocks noGrp="1"/>
          </p:cNvSpPr>
          <p:nvPr>
            <p:ph type="sldNum" idx="6"/>
          </p:nvPr>
        </p:nvSpPr>
        <p:spPr/>
        <p:txBody>
          <a:bodyPr/>
          <a:p>
            <a:fld id="{0E138345-DDDF-4CFF-9C0A-10153A322CE7}" type="slidenum">
              <a:t>&lt;#&gt;</a:t>
            </a:fld>
          </a:p>
        </p:txBody>
      </p:sp>
      <p:sp>
        <p:nvSpPr>
          <p:cNvPr id="7" name="PlaceHolder 6"/>
          <p:cNvSpPr>
            <a:spLocks noGrp="1"/>
          </p:cNvSpPr>
          <p:nvPr>
            <p:ph type="dt" idx="4"/>
          </p:nvPr>
        </p:nvSpPr>
        <p:spPr/>
        <p:txBody>
          <a:bodyPr/>
          <a:p>
            <a:r>
              <a:rPr lang="es-CL"/>
              <a:t/>
            </a: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80" name="PlaceHolder 1"/>
          <p:cNvSpPr>
            <a:spLocks noGrp="1"/>
          </p:cNvSpPr>
          <p:nvPr>
            <p:ph type="title"/>
          </p:nvPr>
        </p:nvSpPr>
        <p:spPr>
          <a:xfrm>
            <a:off x="457200" y="704160"/>
            <a:ext cx="8229240" cy="1142640"/>
          </a:xfrm>
          <a:prstGeom prst="rect">
            <a:avLst/>
          </a:prstGeom>
          <a:noFill/>
          <a:ln w="0">
            <a:noFill/>
          </a:ln>
        </p:spPr>
        <p:txBody>
          <a:bodyPr lIns="0" rIns="0" tIns="0" bIns="0" anchor="ctr">
            <a:noAutofit/>
          </a:bodyPr>
          <a:p>
            <a:endParaRPr b="0" lang="es-CL" sz="1800" spc="-1" strike="noStrike">
              <a:solidFill>
                <a:srgbClr val="000000"/>
              </a:solidFill>
              <a:latin typeface="Constantia"/>
            </a:endParaRPr>
          </a:p>
        </p:txBody>
      </p:sp>
      <p:sp>
        <p:nvSpPr>
          <p:cNvPr id="81" name="PlaceHolder 2"/>
          <p:cNvSpPr>
            <a:spLocks noGrp="1"/>
          </p:cNvSpPr>
          <p:nvPr>
            <p:ph/>
          </p:nvPr>
        </p:nvSpPr>
        <p:spPr>
          <a:xfrm>
            <a:off x="457200" y="1935360"/>
            <a:ext cx="4015800" cy="209340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82" name="PlaceHolder 3"/>
          <p:cNvSpPr>
            <a:spLocks noGrp="1"/>
          </p:cNvSpPr>
          <p:nvPr>
            <p:ph/>
          </p:nvPr>
        </p:nvSpPr>
        <p:spPr>
          <a:xfrm>
            <a:off x="4674240" y="1935360"/>
            <a:ext cx="4015800" cy="209340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83" name="PlaceHolder 4"/>
          <p:cNvSpPr>
            <a:spLocks noGrp="1"/>
          </p:cNvSpPr>
          <p:nvPr>
            <p:ph/>
          </p:nvPr>
        </p:nvSpPr>
        <p:spPr>
          <a:xfrm>
            <a:off x="457200" y="4228200"/>
            <a:ext cx="4015800" cy="209340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84" name="PlaceHolder 5"/>
          <p:cNvSpPr>
            <a:spLocks noGrp="1"/>
          </p:cNvSpPr>
          <p:nvPr>
            <p:ph/>
          </p:nvPr>
        </p:nvSpPr>
        <p:spPr>
          <a:xfrm>
            <a:off x="4674240" y="4228200"/>
            <a:ext cx="4015800" cy="209340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7" name="PlaceHolder 6"/>
          <p:cNvSpPr>
            <a:spLocks noGrp="1"/>
          </p:cNvSpPr>
          <p:nvPr>
            <p:ph type="ftr" idx="5"/>
          </p:nvPr>
        </p:nvSpPr>
        <p:spPr/>
        <p:txBody>
          <a:bodyPr/>
          <a:p>
            <a:r>
              <a:t>Footer</a:t>
            </a:r>
          </a:p>
        </p:txBody>
      </p:sp>
      <p:sp>
        <p:nvSpPr>
          <p:cNvPr id="8" name="PlaceHolder 7"/>
          <p:cNvSpPr>
            <a:spLocks noGrp="1"/>
          </p:cNvSpPr>
          <p:nvPr>
            <p:ph type="sldNum" idx="6"/>
          </p:nvPr>
        </p:nvSpPr>
        <p:spPr/>
        <p:txBody>
          <a:bodyPr/>
          <a:p>
            <a:fld id="{EDC5A220-A639-4BCB-85EE-69E33873A568}" type="slidenum">
              <a:t>&lt;#&gt;</a:t>
            </a:fld>
          </a:p>
        </p:txBody>
      </p:sp>
      <p:sp>
        <p:nvSpPr>
          <p:cNvPr id="9" name="PlaceHolder 8"/>
          <p:cNvSpPr>
            <a:spLocks noGrp="1"/>
          </p:cNvSpPr>
          <p:nvPr>
            <p:ph type="dt" idx="4"/>
          </p:nvPr>
        </p:nvSpPr>
        <p:spPr/>
        <p:txBody>
          <a:bodyPr/>
          <a:p>
            <a:r>
              <a:rPr lang="es-CL"/>
              <a:t/>
            </a: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85" name="PlaceHolder 1"/>
          <p:cNvSpPr>
            <a:spLocks noGrp="1"/>
          </p:cNvSpPr>
          <p:nvPr>
            <p:ph type="title"/>
          </p:nvPr>
        </p:nvSpPr>
        <p:spPr>
          <a:xfrm>
            <a:off x="457200" y="704160"/>
            <a:ext cx="8229240" cy="1142640"/>
          </a:xfrm>
          <a:prstGeom prst="rect">
            <a:avLst/>
          </a:prstGeom>
          <a:noFill/>
          <a:ln w="0">
            <a:noFill/>
          </a:ln>
        </p:spPr>
        <p:txBody>
          <a:bodyPr lIns="0" rIns="0" tIns="0" bIns="0" anchor="ctr">
            <a:noAutofit/>
          </a:bodyPr>
          <a:p>
            <a:endParaRPr b="0" lang="es-CL" sz="1800" spc="-1" strike="noStrike">
              <a:solidFill>
                <a:srgbClr val="000000"/>
              </a:solidFill>
              <a:latin typeface="Constantia"/>
            </a:endParaRPr>
          </a:p>
        </p:txBody>
      </p:sp>
      <p:sp>
        <p:nvSpPr>
          <p:cNvPr id="86" name="PlaceHolder 2"/>
          <p:cNvSpPr>
            <a:spLocks noGrp="1"/>
          </p:cNvSpPr>
          <p:nvPr>
            <p:ph/>
          </p:nvPr>
        </p:nvSpPr>
        <p:spPr>
          <a:xfrm>
            <a:off x="457200" y="1935360"/>
            <a:ext cx="2649600" cy="209340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87" name="PlaceHolder 3"/>
          <p:cNvSpPr>
            <a:spLocks noGrp="1"/>
          </p:cNvSpPr>
          <p:nvPr>
            <p:ph/>
          </p:nvPr>
        </p:nvSpPr>
        <p:spPr>
          <a:xfrm>
            <a:off x="3239640" y="1935360"/>
            <a:ext cx="2649600" cy="209340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88" name="PlaceHolder 4"/>
          <p:cNvSpPr>
            <a:spLocks noGrp="1"/>
          </p:cNvSpPr>
          <p:nvPr>
            <p:ph/>
          </p:nvPr>
        </p:nvSpPr>
        <p:spPr>
          <a:xfrm>
            <a:off x="6022080" y="1935360"/>
            <a:ext cx="2649600" cy="209340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89" name="PlaceHolder 5"/>
          <p:cNvSpPr>
            <a:spLocks noGrp="1"/>
          </p:cNvSpPr>
          <p:nvPr>
            <p:ph/>
          </p:nvPr>
        </p:nvSpPr>
        <p:spPr>
          <a:xfrm>
            <a:off x="457200" y="4228200"/>
            <a:ext cx="2649600" cy="209340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90" name="PlaceHolder 6"/>
          <p:cNvSpPr>
            <a:spLocks noGrp="1"/>
          </p:cNvSpPr>
          <p:nvPr>
            <p:ph/>
          </p:nvPr>
        </p:nvSpPr>
        <p:spPr>
          <a:xfrm>
            <a:off x="3239640" y="4228200"/>
            <a:ext cx="2649600" cy="209340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91" name="PlaceHolder 7"/>
          <p:cNvSpPr>
            <a:spLocks noGrp="1"/>
          </p:cNvSpPr>
          <p:nvPr>
            <p:ph/>
          </p:nvPr>
        </p:nvSpPr>
        <p:spPr>
          <a:xfrm>
            <a:off x="6022080" y="4228200"/>
            <a:ext cx="2649600" cy="209340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9" name="PlaceHolder 8"/>
          <p:cNvSpPr>
            <a:spLocks noGrp="1"/>
          </p:cNvSpPr>
          <p:nvPr>
            <p:ph type="ftr" idx="5"/>
          </p:nvPr>
        </p:nvSpPr>
        <p:spPr/>
        <p:txBody>
          <a:bodyPr/>
          <a:p>
            <a:r>
              <a:t>Footer</a:t>
            </a:r>
          </a:p>
        </p:txBody>
      </p:sp>
      <p:sp>
        <p:nvSpPr>
          <p:cNvPr id="10" name="PlaceHolder 9"/>
          <p:cNvSpPr>
            <a:spLocks noGrp="1"/>
          </p:cNvSpPr>
          <p:nvPr>
            <p:ph type="sldNum" idx="6"/>
          </p:nvPr>
        </p:nvSpPr>
        <p:spPr/>
        <p:txBody>
          <a:bodyPr/>
          <a:p>
            <a:fld id="{CE6AA157-88FA-47F5-AA09-D435A812B3DE}" type="slidenum">
              <a:t>&lt;#&gt;</a:t>
            </a:fld>
          </a:p>
        </p:txBody>
      </p:sp>
      <p:sp>
        <p:nvSpPr>
          <p:cNvPr id="11" name="PlaceHolder 10"/>
          <p:cNvSpPr>
            <a:spLocks noGrp="1"/>
          </p:cNvSpPr>
          <p:nvPr>
            <p:ph type="dt" idx="4"/>
          </p:nvPr>
        </p:nvSpPr>
        <p:spPr/>
        <p:txBody>
          <a:bodyPr/>
          <a:p>
            <a:r>
              <a:rPr lang="es-CL"/>
              <a:t/>
            </a: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p>
            <a:r>
              <a:t>Footer</a:t>
            </a:r>
          </a:p>
        </p:txBody>
      </p:sp>
      <p:sp>
        <p:nvSpPr>
          <p:cNvPr id="3" name="PlaceHolder 2"/>
          <p:cNvSpPr>
            <a:spLocks noGrp="1"/>
          </p:cNvSpPr>
          <p:nvPr>
            <p:ph type="sldNum" idx="9"/>
          </p:nvPr>
        </p:nvSpPr>
        <p:spPr/>
        <p:txBody>
          <a:bodyPr/>
          <a:p>
            <a:fld id="{8F29261E-9C7E-48B4-A4A0-D5E3077C39C4}" type="slidenum">
              <a:t>&lt;#&gt;</a:t>
            </a:fld>
          </a:p>
        </p:txBody>
      </p:sp>
      <p:sp>
        <p:nvSpPr>
          <p:cNvPr id="4" name="PlaceHolder 3"/>
          <p:cNvSpPr>
            <a:spLocks noGrp="1"/>
          </p:cNvSpPr>
          <p:nvPr>
            <p:ph type="dt" idx="7"/>
          </p:nvPr>
        </p:nvSpPr>
        <p:spPr/>
        <p:txBody>
          <a:bodyPr/>
          <a:p>
            <a:r>
              <a:rPr lang="es-CL"/>
              <a:t/>
            </a:r>
          </a:p>
        </p:txBody>
      </p:sp>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02" name="PlaceHolder 1"/>
          <p:cNvSpPr>
            <a:spLocks noGrp="1"/>
          </p:cNvSpPr>
          <p:nvPr>
            <p:ph type="title"/>
          </p:nvPr>
        </p:nvSpPr>
        <p:spPr>
          <a:xfrm>
            <a:off x="457200" y="704160"/>
            <a:ext cx="8229240" cy="1142640"/>
          </a:xfrm>
          <a:prstGeom prst="rect">
            <a:avLst/>
          </a:prstGeom>
          <a:noFill/>
          <a:ln w="0">
            <a:noFill/>
          </a:ln>
        </p:spPr>
        <p:txBody>
          <a:bodyPr lIns="0" rIns="0" tIns="0" bIns="0" anchor="ctr">
            <a:noAutofit/>
          </a:bodyPr>
          <a:p>
            <a:endParaRPr b="0" lang="es-CL" sz="1800" spc="-1" strike="noStrike">
              <a:solidFill>
                <a:srgbClr val="000000"/>
              </a:solidFill>
              <a:latin typeface="Constantia"/>
            </a:endParaRPr>
          </a:p>
        </p:txBody>
      </p:sp>
      <p:sp>
        <p:nvSpPr>
          <p:cNvPr id="103" name="PlaceHolder 2"/>
          <p:cNvSpPr>
            <a:spLocks noGrp="1"/>
          </p:cNvSpPr>
          <p:nvPr>
            <p:ph type="subTitle"/>
          </p:nvPr>
        </p:nvSpPr>
        <p:spPr>
          <a:xfrm>
            <a:off x="457200" y="1935360"/>
            <a:ext cx="8229240" cy="4388760"/>
          </a:xfrm>
          <a:prstGeom prst="rect">
            <a:avLst/>
          </a:prstGeom>
          <a:noFill/>
          <a:ln w="0">
            <a:noFill/>
          </a:ln>
        </p:spPr>
        <p:txBody>
          <a:bodyPr lIns="0" rIns="0" tIns="0" bIns="0" anchor="ctr">
            <a:noAutofit/>
          </a:bodyPr>
          <a:p>
            <a:pPr algn="ctr">
              <a:buNone/>
            </a:pPr>
            <a:endParaRPr b="0" lang="es-CL" sz="3200" spc="-1" strike="noStrike">
              <a:latin typeface="Arial"/>
            </a:endParaRPr>
          </a:p>
        </p:txBody>
      </p:sp>
      <p:sp>
        <p:nvSpPr>
          <p:cNvPr id="4" name="PlaceHolder 3"/>
          <p:cNvSpPr>
            <a:spLocks noGrp="1"/>
          </p:cNvSpPr>
          <p:nvPr>
            <p:ph type="ftr" idx="8"/>
          </p:nvPr>
        </p:nvSpPr>
        <p:spPr/>
        <p:txBody>
          <a:bodyPr/>
          <a:p>
            <a:r>
              <a:t>Footer</a:t>
            </a:r>
          </a:p>
        </p:txBody>
      </p:sp>
      <p:sp>
        <p:nvSpPr>
          <p:cNvPr id="5" name="PlaceHolder 4"/>
          <p:cNvSpPr>
            <a:spLocks noGrp="1"/>
          </p:cNvSpPr>
          <p:nvPr>
            <p:ph type="sldNum" idx="9"/>
          </p:nvPr>
        </p:nvSpPr>
        <p:spPr/>
        <p:txBody>
          <a:bodyPr/>
          <a:p>
            <a:fld id="{82688B53-CB6A-46DD-A6BC-18AD0D43171C}" type="slidenum">
              <a:t>&lt;#&gt;</a:t>
            </a:fld>
          </a:p>
        </p:txBody>
      </p:sp>
      <p:sp>
        <p:nvSpPr>
          <p:cNvPr id="6" name="PlaceHolder 5"/>
          <p:cNvSpPr>
            <a:spLocks noGrp="1"/>
          </p:cNvSpPr>
          <p:nvPr>
            <p:ph type="dt" idx="7"/>
          </p:nvPr>
        </p:nvSpPr>
        <p:spPr/>
        <p:txBody>
          <a:bodyPr/>
          <a:p>
            <a:r>
              <a:rPr lang="es-CL"/>
              <a:t/>
            </a: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04" name="PlaceHolder 1"/>
          <p:cNvSpPr>
            <a:spLocks noGrp="1"/>
          </p:cNvSpPr>
          <p:nvPr>
            <p:ph type="title"/>
          </p:nvPr>
        </p:nvSpPr>
        <p:spPr>
          <a:xfrm>
            <a:off x="457200" y="704160"/>
            <a:ext cx="8229240" cy="1142640"/>
          </a:xfrm>
          <a:prstGeom prst="rect">
            <a:avLst/>
          </a:prstGeom>
          <a:noFill/>
          <a:ln w="0">
            <a:noFill/>
          </a:ln>
        </p:spPr>
        <p:txBody>
          <a:bodyPr lIns="0" rIns="0" tIns="0" bIns="0" anchor="ctr">
            <a:noAutofit/>
          </a:bodyPr>
          <a:p>
            <a:endParaRPr b="0" lang="es-CL" sz="1800" spc="-1" strike="noStrike">
              <a:solidFill>
                <a:srgbClr val="000000"/>
              </a:solidFill>
              <a:latin typeface="Constantia"/>
            </a:endParaRPr>
          </a:p>
        </p:txBody>
      </p:sp>
      <p:sp>
        <p:nvSpPr>
          <p:cNvPr id="105" name="PlaceHolder 2"/>
          <p:cNvSpPr>
            <a:spLocks noGrp="1"/>
          </p:cNvSpPr>
          <p:nvPr>
            <p:ph/>
          </p:nvPr>
        </p:nvSpPr>
        <p:spPr>
          <a:xfrm>
            <a:off x="457200" y="1935360"/>
            <a:ext cx="8229240" cy="438876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4" name="PlaceHolder 3"/>
          <p:cNvSpPr>
            <a:spLocks noGrp="1"/>
          </p:cNvSpPr>
          <p:nvPr>
            <p:ph type="ftr" idx="8"/>
          </p:nvPr>
        </p:nvSpPr>
        <p:spPr/>
        <p:txBody>
          <a:bodyPr/>
          <a:p>
            <a:r>
              <a:t>Footer</a:t>
            </a:r>
          </a:p>
        </p:txBody>
      </p:sp>
      <p:sp>
        <p:nvSpPr>
          <p:cNvPr id="5" name="PlaceHolder 4"/>
          <p:cNvSpPr>
            <a:spLocks noGrp="1"/>
          </p:cNvSpPr>
          <p:nvPr>
            <p:ph type="sldNum" idx="9"/>
          </p:nvPr>
        </p:nvSpPr>
        <p:spPr/>
        <p:txBody>
          <a:bodyPr/>
          <a:p>
            <a:fld id="{97632087-3BF1-4CA6-A1A8-B1D93F47184E}" type="slidenum">
              <a:t>&lt;#&gt;</a:t>
            </a:fld>
          </a:p>
        </p:txBody>
      </p:sp>
      <p:sp>
        <p:nvSpPr>
          <p:cNvPr id="6" name="PlaceHolder 5"/>
          <p:cNvSpPr>
            <a:spLocks noGrp="1"/>
          </p:cNvSpPr>
          <p:nvPr>
            <p:ph type="dt" idx="7"/>
          </p:nvPr>
        </p:nvSpPr>
        <p:spPr/>
        <p:txBody>
          <a:bodyPr/>
          <a:p>
            <a:r>
              <a:rPr lang="es-CL"/>
              <a:t/>
            </a: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06" name="PlaceHolder 1"/>
          <p:cNvSpPr>
            <a:spLocks noGrp="1"/>
          </p:cNvSpPr>
          <p:nvPr>
            <p:ph type="title"/>
          </p:nvPr>
        </p:nvSpPr>
        <p:spPr>
          <a:xfrm>
            <a:off x="457200" y="704160"/>
            <a:ext cx="8229240" cy="1142640"/>
          </a:xfrm>
          <a:prstGeom prst="rect">
            <a:avLst/>
          </a:prstGeom>
          <a:noFill/>
          <a:ln w="0">
            <a:noFill/>
          </a:ln>
        </p:spPr>
        <p:txBody>
          <a:bodyPr lIns="0" rIns="0" tIns="0" bIns="0" anchor="ctr">
            <a:noAutofit/>
          </a:bodyPr>
          <a:p>
            <a:endParaRPr b="0" lang="es-CL" sz="1800" spc="-1" strike="noStrike">
              <a:solidFill>
                <a:srgbClr val="000000"/>
              </a:solidFill>
              <a:latin typeface="Constantia"/>
            </a:endParaRPr>
          </a:p>
        </p:txBody>
      </p:sp>
      <p:sp>
        <p:nvSpPr>
          <p:cNvPr id="107" name="PlaceHolder 2"/>
          <p:cNvSpPr>
            <a:spLocks noGrp="1"/>
          </p:cNvSpPr>
          <p:nvPr>
            <p:ph/>
          </p:nvPr>
        </p:nvSpPr>
        <p:spPr>
          <a:xfrm>
            <a:off x="457200" y="1935360"/>
            <a:ext cx="4015800" cy="438876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108" name="PlaceHolder 3"/>
          <p:cNvSpPr>
            <a:spLocks noGrp="1"/>
          </p:cNvSpPr>
          <p:nvPr>
            <p:ph/>
          </p:nvPr>
        </p:nvSpPr>
        <p:spPr>
          <a:xfrm>
            <a:off x="4674240" y="1935360"/>
            <a:ext cx="4015800" cy="438876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5" name="PlaceHolder 4"/>
          <p:cNvSpPr>
            <a:spLocks noGrp="1"/>
          </p:cNvSpPr>
          <p:nvPr>
            <p:ph type="ftr" idx="8"/>
          </p:nvPr>
        </p:nvSpPr>
        <p:spPr/>
        <p:txBody>
          <a:bodyPr/>
          <a:p>
            <a:r>
              <a:t>Footer</a:t>
            </a:r>
          </a:p>
        </p:txBody>
      </p:sp>
      <p:sp>
        <p:nvSpPr>
          <p:cNvPr id="6" name="PlaceHolder 5"/>
          <p:cNvSpPr>
            <a:spLocks noGrp="1"/>
          </p:cNvSpPr>
          <p:nvPr>
            <p:ph type="sldNum" idx="9"/>
          </p:nvPr>
        </p:nvSpPr>
        <p:spPr/>
        <p:txBody>
          <a:bodyPr/>
          <a:p>
            <a:fld id="{3AE2DA81-744E-4280-BBD0-402BC07783BF}" type="slidenum">
              <a:t>&lt;#&gt;</a:t>
            </a:fld>
          </a:p>
        </p:txBody>
      </p:sp>
      <p:sp>
        <p:nvSpPr>
          <p:cNvPr id="7" name="PlaceHolder 6"/>
          <p:cNvSpPr>
            <a:spLocks noGrp="1"/>
          </p:cNvSpPr>
          <p:nvPr>
            <p:ph type="dt" idx="7"/>
          </p:nvPr>
        </p:nvSpPr>
        <p:spPr/>
        <p:txBody>
          <a:bodyPr/>
          <a:p>
            <a:r>
              <a:rPr lang="es-CL"/>
              <a:t/>
            </a: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09" name="PlaceHolder 1"/>
          <p:cNvSpPr>
            <a:spLocks noGrp="1"/>
          </p:cNvSpPr>
          <p:nvPr>
            <p:ph type="title"/>
          </p:nvPr>
        </p:nvSpPr>
        <p:spPr>
          <a:xfrm>
            <a:off x="457200" y="704160"/>
            <a:ext cx="8229240" cy="1142640"/>
          </a:xfrm>
          <a:prstGeom prst="rect">
            <a:avLst/>
          </a:prstGeom>
          <a:noFill/>
          <a:ln w="0">
            <a:noFill/>
          </a:ln>
        </p:spPr>
        <p:txBody>
          <a:bodyPr lIns="0" rIns="0" tIns="0" bIns="0" anchor="ctr">
            <a:noAutofit/>
          </a:bodyPr>
          <a:p>
            <a:endParaRPr b="0" lang="es-CL" sz="1800" spc="-1" strike="noStrike">
              <a:solidFill>
                <a:srgbClr val="000000"/>
              </a:solidFill>
              <a:latin typeface="Constantia"/>
            </a:endParaRPr>
          </a:p>
        </p:txBody>
      </p:sp>
      <p:sp>
        <p:nvSpPr>
          <p:cNvPr id="3" name="PlaceHolder 2"/>
          <p:cNvSpPr>
            <a:spLocks noGrp="1"/>
          </p:cNvSpPr>
          <p:nvPr>
            <p:ph type="ftr" idx="8"/>
          </p:nvPr>
        </p:nvSpPr>
        <p:spPr/>
        <p:txBody>
          <a:bodyPr/>
          <a:p>
            <a:r>
              <a:t>Footer</a:t>
            </a:r>
          </a:p>
        </p:txBody>
      </p:sp>
      <p:sp>
        <p:nvSpPr>
          <p:cNvPr id="4" name="PlaceHolder 3"/>
          <p:cNvSpPr>
            <a:spLocks noGrp="1"/>
          </p:cNvSpPr>
          <p:nvPr>
            <p:ph type="sldNum" idx="9"/>
          </p:nvPr>
        </p:nvSpPr>
        <p:spPr/>
        <p:txBody>
          <a:bodyPr/>
          <a:p>
            <a:fld id="{6D05282A-471B-4AF6-9B79-7CFE29B5EC2E}" type="slidenum">
              <a:t>&lt;#&gt;</a:t>
            </a:fld>
          </a:p>
        </p:txBody>
      </p:sp>
      <p:sp>
        <p:nvSpPr>
          <p:cNvPr id="5" name="PlaceHolder 4"/>
          <p:cNvSpPr>
            <a:spLocks noGrp="1"/>
          </p:cNvSpPr>
          <p:nvPr>
            <p:ph type="dt" idx="7"/>
          </p:nvPr>
        </p:nvSpPr>
        <p:spPr/>
        <p:txBody>
          <a:bodyPr/>
          <a:p>
            <a:r>
              <a:rPr lang="es-CL"/>
              <a:t/>
            </a: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10" name="PlaceHolder 1"/>
          <p:cNvSpPr>
            <a:spLocks noGrp="1"/>
          </p:cNvSpPr>
          <p:nvPr>
            <p:ph type="subTitle"/>
          </p:nvPr>
        </p:nvSpPr>
        <p:spPr>
          <a:xfrm>
            <a:off x="457200" y="704160"/>
            <a:ext cx="8229240" cy="5297760"/>
          </a:xfrm>
          <a:prstGeom prst="rect">
            <a:avLst/>
          </a:prstGeom>
          <a:noFill/>
          <a:ln w="0">
            <a:noFill/>
          </a:ln>
        </p:spPr>
        <p:txBody>
          <a:bodyPr lIns="0" rIns="0" tIns="0" bIns="0" anchor="ctr">
            <a:noAutofit/>
          </a:bodyPr>
          <a:p>
            <a:pPr algn="ctr">
              <a:buNone/>
            </a:pPr>
            <a:endParaRPr b="0" lang="es-CL" sz="3200" spc="-1" strike="noStrike">
              <a:latin typeface="Arial"/>
            </a:endParaRPr>
          </a:p>
        </p:txBody>
      </p:sp>
      <p:sp>
        <p:nvSpPr>
          <p:cNvPr id="3" name="PlaceHolder 2"/>
          <p:cNvSpPr>
            <a:spLocks noGrp="1"/>
          </p:cNvSpPr>
          <p:nvPr>
            <p:ph type="ftr" idx="8"/>
          </p:nvPr>
        </p:nvSpPr>
        <p:spPr/>
        <p:txBody>
          <a:bodyPr/>
          <a:p>
            <a:r>
              <a:t>Footer</a:t>
            </a:r>
          </a:p>
        </p:txBody>
      </p:sp>
      <p:sp>
        <p:nvSpPr>
          <p:cNvPr id="4" name="PlaceHolder 3"/>
          <p:cNvSpPr>
            <a:spLocks noGrp="1"/>
          </p:cNvSpPr>
          <p:nvPr>
            <p:ph type="sldNum" idx="9"/>
          </p:nvPr>
        </p:nvSpPr>
        <p:spPr/>
        <p:txBody>
          <a:bodyPr/>
          <a:p>
            <a:fld id="{0C4110F8-53F1-4945-80C6-C6402F9CF50A}" type="slidenum">
              <a:t>&lt;#&gt;</a:t>
            </a:fld>
          </a:p>
        </p:txBody>
      </p:sp>
      <p:sp>
        <p:nvSpPr>
          <p:cNvPr id="5" name="PlaceHolder 4"/>
          <p:cNvSpPr>
            <a:spLocks noGrp="1"/>
          </p:cNvSpPr>
          <p:nvPr>
            <p:ph type="dt" idx="7"/>
          </p:nvPr>
        </p:nvSpPr>
        <p:spPr/>
        <p:txBody>
          <a:bodyPr/>
          <a:p>
            <a:r>
              <a:rPr lang="es-CL"/>
              <a:t/>
            </a: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11" name="PlaceHolder 1"/>
          <p:cNvSpPr>
            <a:spLocks noGrp="1"/>
          </p:cNvSpPr>
          <p:nvPr>
            <p:ph type="title"/>
          </p:nvPr>
        </p:nvSpPr>
        <p:spPr>
          <a:xfrm>
            <a:off x="457200" y="704160"/>
            <a:ext cx="8229240" cy="1142640"/>
          </a:xfrm>
          <a:prstGeom prst="rect">
            <a:avLst/>
          </a:prstGeom>
          <a:noFill/>
          <a:ln w="0">
            <a:noFill/>
          </a:ln>
        </p:spPr>
        <p:txBody>
          <a:bodyPr lIns="0" rIns="0" tIns="0" bIns="0" anchor="ctr">
            <a:noAutofit/>
          </a:bodyPr>
          <a:p>
            <a:endParaRPr b="0" lang="es-CL" sz="1800" spc="-1" strike="noStrike">
              <a:solidFill>
                <a:srgbClr val="000000"/>
              </a:solidFill>
              <a:latin typeface="Constantia"/>
            </a:endParaRPr>
          </a:p>
        </p:txBody>
      </p:sp>
      <p:sp>
        <p:nvSpPr>
          <p:cNvPr id="112" name="PlaceHolder 2"/>
          <p:cNvSpPr>
            <a:spLocks noGrp="1"/>
          </p:cNvSpPr>
          <p:nvPr>
            <p:ph/>
          </p:nvPr>
        </p:nvSpPr>
        <p:spPr>
          <a:xfrm>
            <a:off x="457200" y="1935360"/>
            <a:ext cx="4015800" cy="209340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113" name="PlaceHolder 3"/>
          <p:cNvSpPr>
            <a:spLocks noGrp="1"/>
          </p:cNvSpPr>
          <p:nvPr>
            <p:ph/>
          </p:nvPr>
        </p:nvSpPr>
        <p:spPr>
          <a:xfrm>
            <a:off x="4674240" y="1935360"/>
            <a:ext cx="4015800" cy="438876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114" name="PlaceHolder 4"/>
          <p:cNvSpPr>
            <a:spLocks noGrp="1"/>
          </p:cNvSpPr>
          <p:nvPr>
            <p:ph/>
          </p:nvPr>
        </p:nvSpPr>
        <p:spPr>
          <a:xfrm>
            <a:off x="457200" y="4228200"/>
            <a:ext cx="4015800" cy="209340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6" name="PlaceHolder 5"/>
          <p:cNvSpPr>
            <a:spLocks noGrp="1"/>
          </p:cNvSpPr>
          <p:nvPr>
            <p:ph type="ftr" idx="8"/>
          </p:nvPr>
        </p:nvSpPr>
        <p:spPr/>
        <p:txBody>
          <a:bodyPr/>
          <a:p>
            <a:r>
              <a:t>Footer</a:t>
            </a:r>
          </a:p>
        </p:txBody>
      </p:sp>
      <p:sp>
        <p:nvSpPr>
          <p:cNvPr id="7" name="PlaceHolder 6"/>
          <p:cNvSpPr>
            <a:spLocks noGrp="1"/>
          </p:cNvSpPr>
          <p:nvPr>
            <p:ph type="sldNum" idx="9"/>
          </p:nvPr>
        </p:nvSpPr>
        <p:spPr/>
        <p:txBody>
          <a:bodyPr/>
          <a:p>
            <a:fld id="{0ED4CFE8-9F48-4578-8C1E-5006D9FB130D}" type="slidenum">
              <a:t>&lt;#&gt;</a:t>
            </a:fld>
          </a:p>
        </p:txBody>
      </p:sp>
      <p:sp>
        <p:nvSpPr>
          <p:cNvPr id="8" name="PlaceHolder 7"/>
          <p:cNvSpPr>
            <a:spLocks noGrp="1"/>
          </p:cNvSpPr>
          <p:nvPr>
            <p:ph type="dt" idx="7"/>
          </p:nvPr>
        </p:nvSpPr>
        <p:spPr/>
        <p:txBody>
          <a:bodyPr/>
          <a:p>
            <a:r>
              <a:rPr lang="es-CL"/>
              <a:t/>
            </a: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15" name="PlaceHolder 1"/>
          <p:cNvSpPr>
            <a:spLocks noGrp="1"/>
          </p:cNvSpPr>
          <p:nvPr>
            <p:ph type="title"/>
          </p:nvPr>
        </p:nvSpPr>
        <p:spPr>
          <a:xfrm>
            <a:off x="457200" y="704160"/>
            <a:ext cx="8229240" cy="1142640"/>
          </a:xfrm>
          <a:prstGeom prst="rect">
            <a:avLst/>
          </a:prstGeom>
          <a:noFill/>
          <a:ln w="0">
            <a:noFill/>
          </a:ln>
        </p:spPr>
        <p:txBody>
          <a:bodyPr lIns="0" rIns="0" tIns="0" bIns="0" anchor="ctr">
            <a:noAutofit/>
          </a:bodyPr>
          <a:p>
            <a:endParaRPr b="0" lang="es-CL" sz="1800" spc="-1" strike="noStrike">
              <a:solidFill>
                <a:srgbClr val="000000"/>
              </a:solidFill>
              <a:latin typeface="Constantia"/>
            </a:endParaRPr>
          </a:p>
        </p:txBody>
      </p:sp>
      <p:sp>
        <p:nvSpPr>
          <p:cNvPr id="116" name="PlaceHolder 2"/>
          <p:cNvSpPr>
            <a:spLocks noGrp="1"/>
          </p:cNvSpPr>
          <p:nvPr>
            <p:ph/>
          </p:nvPr>
        </p:nvSpPr>
        <p:spPr>
          <a:xfrm>
            <a:off x="457200" y="1935360"/>
            <a:ext cx="4015800" cy="438876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117" name="PlaceHolder 3"/>
          <p:cNvSpPr>
            <a:spLocks noGrp="1"/>
          </p:cNvSpPr>
          <p:nvPr>
            <p:ph/>
          </p:nvPr>
        </p:nvSpPr>
        <p:spPr>
          <a:xfrm>
            <a:off x="4674240" y="1935360"/>
            <a:ext cx="4015800" cy="209340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118" name="PlaceHolder 4"/>
          <p:cNvSpPr>
            <a:spLocks noGrp="1"/>
          </p:cNvSpPr>
          <p:nvPr>
            <p:ph/>
          </p:nvPr>
        </p:nvSpPr>
        <p:spPr>
          <a:xfrm>
            <a:off x="4674240" y="4228200"/>
            <a:ext cx="4015800" cy="209340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6" name="PlaceHolder 5"/>
          <p:cNvSpPr>
            <a:spLocks noGrp="1"/>
          </p:cNvSpPr>
          <p:nvPr>
            <p:ph type="ftr" idx="8"/>
          </p:nvPr>
        </p:nvSpPr>
        <p:spPr/>
        <p:txBody>
          <a:bodyPr/>
          <a:p>
            <a:r>
              <a:t>Footer</a:t>
            </a:r>
          </a:p>
        </p:txBody>
      </p:sp>
      <p:sp>
        <p:nvSpPr>
          <p:cNvPr id="7" name="PlaceHolder 6"/>
          <p:cNvSpPr>
            <a:spLocks noGrp="1"/>
          </p:cNvSpPr>
          <p:nvPr>
            <p:ph type="sldNum" idx="9"/>
          </p:nvPr>
        </p:nvSpPr>
        <p:spPr/>
        <p:txBody>
          <a:bodyPr/>
          <a:p>
            <a:fld id="{5BCCD1B3-4D08-4F62-A822-7B3F895D6A33}" type="slidenum">
              <a:t>&lt;#&gt;</a:t>
            </a:fld>
          </a:p>
        </p:txBody>
      </p:sp>
      <p:sp>
        <p:nvSpPr>
          <p:cNvPr id="8" name="PlaceHolder 7"/>
          <p:cNvSpPr>
            <a:spLocks noGrp="1"/>
          </p:cNvSpPr>
          <p:nvPr>
            <p:ph type="dt" idx="7"/>
          </p:nvPr>
        </p:nvSpPr>
        <p:spPr/>
        <p:txBody>
          <a:bodyPr/>
          <a:p>
            <a:r>
              <a:rPr lang="es-CL"/>
              <a:t/>
            </a: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19" name="PlaceHolder 1"/>
          <p:cNvSpPr>
            <a:spLocks noGrp="1"/>
          </p:cNvSpPr>
          <p:nvPr>
            <p:ph type="title"/>
          </p:nvPr>
        </p:nvSpPr>
        <p:spPr>
          <a:xfrm>
            <a:off x="457200" y="704160"/>
            <a:ext cx="8229240" cy="1142640"/>
          </a:xfrm>
          <a:prstGeom prst="rect">
            <a:avLst/>
          </a:prstGeom>
          <a:noFill/>
          <a:ln w="0">
            <a:noFill/>
          </a:ln>
        </p:spPr>
        <p:txBody>
          <a:bodyPr lIns="0" rIns="0" tIns="0" bIns="0" anchor="ctr">
            <a:noAutofit/>
          </a:bodyPr>
          <a:p>
            <a:endParaRPr b="0" lang="es-CL" sz="1800" spc="-1" strike="noStrike">
              <a:solidFill>
                <a:srgbClr val="000000"/>
              </a:solidFill>
              <a:latin typeface="Constantia"/>
            </a:endParaRPr>
          </a:p>
        </p:txBody>
      </p:sp>
      <p:sp>
        <p:nvSpPr>
          <p:cNvPr id="120" name="PlaceHolder 2"/>
          <p:cNvSpPr>
            <a:spLocks noGrp="1"/>
          </p:cNvSpPr>
          <p:nvPr>
            <p:ph/>
          </p:nvPr>
        </p:nvSpPr>
        <p:spPr>
          <a:xfrm>
            <a:off x="457200" y="1935360"/>
            <a:ext cx="4015800" cy="209340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121" name="PlaceHolder 3"/>
          <p:cNvSpPr>
            <a:spLocks noGrp="1"/>
          </p:cNvSpPr>
          <p:nvPr>
            <p:ph/>
          </p:nvPr>
        </p:nvSpPr>
        <p:spPr>
          <a:xfrm>
            <a:off x="4674240" y="1935360"/>
            <a:ext cx="4015800" cy="209340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122" name="PlaceHolder 4"/>
          <p:cNvSpPr>
            <a:spLocks noGrp="1"/>
          </p:cNvSpPr>
          <p:nvPr>
            <p:ph/>
          </p:nvPr>
        </p:nvSpPr>
        <p:spPr>
          <a:xfrm>
            <a:off x="457200" y="4228200"/>
            <a:ext cx="8229240" cy="209340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6" name="PlaceHolder 5"/>
          <p:cNvSpPr>
            <a:spLocks noGrp="1"/>
          </p:cNvSpPr>
          <p:nvPr>
            <p:ph type="ftr" idx="8"/>
          </p:nvPr>
        </p:nvSpPr>
        <p:spPr/>
        <p:txBody>
          <a:bodyPr/>
          <a:p>
            <a:r>
              <a:t>Footer</a:t>
            </a:r>
          </a:p>
        </p:txBody>
      </p:sp>
      <p:sp>
        <p:nvSpPr>
          <p:cNvPr id="7" name="PlaceHolder 6"/>
          <p:cNvSpPr>
            <a:spLocks noGrp="1"/>
          </p:cNvSpPr>
          <p:nvPr>
            <p:ph type="sldNum" idx="9"/>
          </p:nvPr>
        </p:nvSpPr>
        <p:spPr/>
        <p:txBody>
          <a:bodyPr/>
          <a:p>
            <a:fld id="{20639A53-C86A-46AD-B590-09E244E6287B}" type="slidenum">
              <a:t>&lt;#&gt;</a:t>
            </a:fld>
          </a:p>
        </p:txBody>
      </p:sp>
      <p:sp>
        <p:nvSpPr>
          <p:cNvPr id="8" name="PlaceHolder 7"/>
          <p:cNvSpPr>
            <a:spLocks noGrp="1"/>
          </p:cNvSpPr>
          <p:nvPr>
            <p:ph type="dt" idx="7"/>
          </p:nvPr>
        </p:nvSpPr>
        <p:spPr/>
        <p:txBody>
          <a:bodyPr/>
          <a:p>
            <a:r>
              <a:rPr lang="es-CL"/>
              <a:t/>
            </a: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23" name="PlaceHolder 1"/>
          <p:cNvSpPr>
            <a:spLocks noGrp="1"/>
          </p:cNvSpPr>
          <p:nvPr>
            <p:ph type="title"/>
          </p:nvPr>
        </p:nvSpPr>
        <p:spPr>
          <a:xfrm>
            <a:off x="457200" y="704160"/>
            <a:ext cx="8229240" cy="1142640"/>
          </a:xfrm>
          <a:prstGeom prst="rect">
            <a:avLst/>
          </a:prstGeom>
          <a:noFill/>
          <a:ln w="0">
            <a:noFill/>
          </a:ln>
        </p:spPr>
        <p:txBody>
          <a:bodyPr lIns="0" rIns="0" tIns="0" bIns="0" anchor="ctr">
            <a:noAutofit/>
          </a:bodyPr>
          <a:p>
            <a:endParaRPr b="0" lang="es-CL" sz="1800" spc="-1" strike="noStrike">
              <a:solidFill>
                <a:srgbClr val="000000"/>
              </a:solidFill>
              <a:latin typeface="Constantia"/>
            </a:endParaRPr>
          </a:p>
        </p:txBody>
      </p:sp>
      <p:sp>
        <p:nvSpPr>
          <p:cNvPr id="124" name="PlaceHolder 2"/>
          <p:cNvSpPr>
            <a:spLocks noGrp="1"/>
          </p:cNvSpPr>
          <p:nvPr>
            <p:ph/>
          </p:nvPr>
        </p:nvSpPr>
        <p:spPr>
          <a:xfrm>
            <a:off x="457200" y="1935360"/>
            <a:ext cx="8229240" cy="209340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125" name="PlaceHolder 3"/>
          <p:cNvSpPr>
            <a:spLocks noGrp="1"/>
          </p:cNvSpPr>
          <p:nvPr>
            <p:ph/>
          </p:nvPr>
        </p:nvSpPr>
        <p:spPr>
          <a:xfrm>
            <a:off x="457200" y="4228200"/>
            <a:ext cx="8229240" cy="209340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5" name="PlaceHolder 4"/>
          <p:cNvSpPr>
            <a:spLocks noGrp="1"/>
          </p:cNvSpPr>
          <p:nvPr>
            <p:ph type="ftr" idx="8"/>
          </p:nvPr>
        </p:nvSpPr>
        <p:spPr/>
        <p:txBody>
          <a:bodyPr/>
          <a:p>
            <a:r>
              <a:t>Footer</a:t>
            </a:r>
          </a:p>
        </p:txBody>
      </p:sp>
      <p:sp>
        <p:nvSpPr>
          <p:cNvPr id="6" name="PlaceHolder 5"/>
          <p:cNvSpPr>
            <a:spLocks noGrp="1"/>
          </p:cNvSpPr>
          <p:nvPr>
            <p:ph type="sldNum" idx="9"/>
          </p:nvPr>
        </p:nvSpPr>
        <p:spPr/>
        <p:txBody>
          <a:bodyPr/>
          <a:p>
            <a:fld id="{022E2FC2-B6C7-4A16-A6E0-450C07FB9BFA}" type="slidenum">
              <a:t>&lt;#&gt;</a:t>
            </a:fld>
          </a:p>
        </p:txBody>
      </p:sp>
      <p:sp>
        <p:nvSpPr>
          <p:cNvPr id="7" name="PlaceHolder 6"/>
          <p:cNvSpPr>
            <a:spLocks noGrp="1"/>
          </p:cNvSpPr>
          <p:nvPr>
            <p:ph type="dt" idx="7"/>
          </p:nvPr>
        </p:nvSpPr>
        <p:spPr/>
        <p:txBody>
          <a:bodyPr/>
          <a:p>
            <a:r>
              <a:rPr lang="es-CL"/>
              <a:t/>
            </a: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26" name="PlaceHolder 1"/>
          <p:cNvSpPr>
            <a:spLocks noGrp="1"/>
          </p:cNvSpPr>
          <p:nvPr>
            <p:ph type="title"/>
          </p:nvPr>
        </p:nvSpPr>
        <p:spPr>
          <a:xfrm>
            <a:off x="457200" y="704160"/>
            <a:ext cx="8229240" cy="1142640"/>
          </a:xfrm>
          <a:prstGeom prst="rect">
            <a:avLst/>
          </a:prstGeom>
          <a:noFill/>
          <a:ln w="0">
            <a:noFill/>
          </a:ln>
        </p:spPr>
        <p:txBody>
          <a:bodyPr lIns="0" rIns="0" tIns="0" bIns="0" anchor="ctr">
            <a:noAutofit/>
          </a:bodyPr>
          <a:p>
            <a:endParaRPr b="0" lang="es-CL" sz="1800" spc="-1" strike="noStrike">
              <a:solidFill>
                <a:srgbClr val="000000"/>
              </a:solidFill>
              <a:latin typeface="Constantia"/>
            </a:endParaRPr>
          </a:p>
        </p:txBody>
      </p:sp>
      <p:sp>
        <p:nvSpPr>
          <p:cNvPr id="127" name="PlaceHolder 2"/>
          <p:cNvSpPr>
            <a:spLocks noGrp="1"/>
          </p:cNvSpPr>
          <p:nvPr>
            <p:ph/>
          </p:nvPr>
        </p:nvSpPr>
        <p:spPr>
          <a:xfrm>
            <a:off x="457200" y="1935360"/>
            <a:ext cx="4015800" cy="209340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128" name="PlaceHolder 3"/>
          <p:cNvSpPr>
            <a:spLocks noGrp="1"/>
          </p:cNvSpPr>
          <p:nvPr>
            <p:ph/>
          </p:nvPr>
        </p:nvSpPr>
        <p:spPr>
          <a:xfrm>
            <a:off x="4674240" y="1935360"/>
            <a:ext cx="4015800" cy="209340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129" name="PlaceHolder 4"/>
          <p:cNvSpPr>
            <a:spLocks noGrp="1"/>
          </p:cNvSpPr>
          <p:nvPr>
            <p:ph/>
          </p:nvPr>
        </p:nvSpPr>
        <p:spPr>
          <a:xfrm>
            <a:off x="457200" y="4228200"/>
            <a:ext cx="4015800" cy="209340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130" name="PlaceHolder 5"/>
          <p:cNvSpPr>
            <a:spLocks noGrp="1"/>
          </p:cNvSpPr>
          <p:nvPr>
            <p:ph/>
          </p:nvPr>
        </p:nvSpPr>
        <p:spPr>
          <a:xfrm>
            <a:off x="4674240" y="4228200"/>
            <a:ext cx="4015800" cy="209340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7" name="PlaceHolder 6"/>
          <p:cNvSpPr>
            <a:spLocks noGrp="1"/>
          </p:cNvSpPr>
          <p:nvPr>
            <p:ph type="ftr" idx="8"/>
          </p:nvPr>
        </p:nvSpPr>
        <p:spPr/>
        <p:txBody>
          <a:bodyPr/>
          <a:p>
            <a:r>
              <a:t>Footer</a:t>
            </a:r>
          </a:p>
        </p:txBody>
      </p:sp>
      <p:sp>
        <p:nvSpPr>
          <p:cNvPr id="8" name="PlaceHolder 7"/>
          <p:cNvSpPr>
            <a:spLocks noGrp="1"/>
          </p:cNvSpPr>
          <p:nvPr>
            <p:ph type="sldNum" idx="9"/>
          </p:nvPr>
        </p:nvSpPr>
        <p:spPr/>
        <p:txBody>
          <a:bodyPr/>
          <a:p>
            <a:fld id="{135AADF5-241C-4B04-8DDC-10C267D3ED34}" type="slidenum">
              <a:t>&lt;#&gt;</a:t>
            </a:fld>
          </a:p>
        </p:txBody>
      </p:sp>
      <p:sp>
        <p:nvSpPr>
          <p:cNvPr id="9" name="PlaceHolder 8"/>
          <p:cNvSpPr>
            <a:spLocks noGrp="1"/>
          </p:cNvSpPr>
          <p:nvPr>
            <p:ph type="dt" idx="7"/>
          </p:nvPr>
        </p:nvSpPr>
        <p:spPr/>
        <p:txBody>
          <a:bodyPr/>
          <a:p>
            <a:r>
              <a:rPr lang="es-CL"/>
              <a:t/>
            </a: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31" name="PlaceHolder 1"/>
          <p:cNvSpPr>
            <a:spLocks noGrp="1"/>
          </p:cNvSpPr>
          <p:nvPr>
            <p:ph type="title"/>
          </p:nvPr>
        </p:nvSpPr>
        <p:spPr>
          <a:xfrm>
            <a:off x="457200" y="704160"/>
            <a:ext cx="8229240" cy="1142640"/>
          </a:xfrm>
          <a:prstGeom prst="rect">
            <a:avLst/>
          </a:prstGeom>
          <a:noFill/>
          <a:ln w="0">
            <a:noFill/>
          </a:ln>
        </p:spPr>
        <p:txBody>
          <a:bodyPr lIns="0" rIns="0" tIns="0" bIns="0" anchor="ctr">
            <a:noAutofit/>
          </a:bodyPr>
          <a:p>
            <a:endParaRPr b="0" lang="es-CL" sz="1800" spc="-1" strike="noStrike">
              <a:solidFill>
                <a:srgbClr val="000000"/>
              </a:solidFill>
              <a:latin typeface="Constantia"/>
            </a:endParaRPr>
          </a:p>
        </p:txBody>
      </p:sp>
      <p:sp>
        <p:nvSpPr>
          <p:cNvPr id="132" name="PlaceHolder 2"/>
          <p:cNvSpPr>
            <a:spLocks noGrp="1"/>
          </p:cNvSpPr>
          <p:nvPr>
            <p:ph/>
          </p:nvPr>
        </p:nvSpPr>
        <p:spPr>
          <a:xfrm>
            <a:off x="457200" y="1935360"/>
            <a:ext cx="2649600" cy="209340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133" name="PlaceHolder 3"/>
          <p:cNvSpPr>
            <a:spLocks noGrp="1"/>
          </p:cNvSpPr>
          <p:nvPr>
            <p:ph/>
          </p:nvPr>
        </p:nvSpPr>
        <p:spPr>
          <a:xfrm>
            <a:off x="3239640" y="1935360"/>
            <a:ext cx="2649600" cy="209340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134" name="PlaceHolder 4"/>
          <p:cNvSpPr>
            <a:spLocks noGrp="1"/>
          </p:cNvSpPr>
          <p:nvPr>
            <p:ph/>
          </p:nvPr>
        </p:nvSpPr>
        <p:spPr>
          <a:xfrm>
            <a:off x="6022080" y="1935360"/>
            <a:ext cx="2649600" cy="209340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135" name="PlaceHolder 5"/>
          <p:cNvSpPr>
            <a:spLocks noGrp="1"/>
          </p:cNvSpPr>
          <p:nvPr>
            <p:ph/>
          </p:nvPr>
        </p:nvSpPr>
        <p:spPr>
          <a:xfrm>
            <a:off x="457200" y="4228200"/>
            <a:ext cx="2649600" cy="209340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136" name="PlaceHolder 6"/>
          <p:cNvSpPr>
            <a:spLocks noGrp="1"/>
          </p:cNvSpPr>
          <p:nvPr>
            <p:ph/>
          </p:nvPr>
        </p:nvSpPr>
        <p:spPr>
          <a:xfrm>
            <a:off x="3239640" y="4228200"/>
            <a:ext cx="2649600" cy="209340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137" name="PlaceHolder 7"/>
          <p:cNvSpPr>
            <a:spLocks noGrp="1"/>
          </p:cNvSpPr>
          <p:nvPr>
            <p:ph/>
          </p:nvPr>
        </p:nvSpPr>
        <p:spPr>
          <a:xfrm>
            <a:off x="6022080" y="4228200"/>
            <a:ext cx="2649600" cy="209340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9" name="PlaceHolder 8"/>
          <p:cNvSpPr>
            <a:spLocks noGrp="1"/>
          </p:cNvSpPr>
          <p:nvPr>
            <p:ph type="ftr" idx="8"/>
          </p:nvPr>
        </p:nvSpPr>
        <p:spPr/>
        <p:txBody>
          <a:bodyPr/>
          <a:p>
            <a:r>
              <a:t>Footer</a:t>
            </a:r>
          </a:p>
        </p:txBody>
      </p:sp>
      <p:sp>
        <p:nvSpPr>
          <p:cNvPr id="10" name="PlaceHolder 9"/>
          <p:cNvSpPr>
            <a:spLocks noGrp="1"/>
          </p:cNvSpPr>
          <p:nvPr>
            <p:ph type="sldNum" idx="9"/>
          </p:nvPr>
        </p:nvSpPr>
        <p:spPr/>
        <p:txBody>
          <a:bodyPr/>
          <a:p>
            <a:fld id="{E09FCE06-1560-4667-9F46-BE03C9D0249B}" type="slidenum">
              <a:t>&lt;#&gt;</a:t>
            </a:fld>
          </a:p>
        </p:txBody>
      </p:sp>
      <p:sp>
        <p:nvSpPr>
          <p:cNvPr id="11" name="PlaceHolder 10"/>
          <p:cNvSpPr>
            <a:spLocks noGrp="1"/>
          </p:cNvSpPr>
          <p:nvPr>
            <p:ph type="dt" idx="7"/>
          </p:nvPr>
        </p:nvSpPr>
        <p:spPr/>
        <p:txBody>
          <a:bodyPr/>
          <a:p>
            <a:r>
              <a:rPr lang="es-CL"/>
              <a:t/>
            </a:r>
          </a:p>
        </p:txBody>
      </p:sp>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1"/>
          </p:nvPr>
        </p:nvSpPr>
        <p:spPr/>
        <p:txBody>
          <a:bodyPr/>
          <a:p>
            <a:r>
              <a:t>Footer</a:t>
            </a:r>
          </a:p>
        </p:txBody>
      </p:sp>
      <p:sp>
        <p:nvSpPr>
          <p:cNvPr id="3" name="PlaceHolder 2"/>
          <p:cNvSpPr>
            <a:spLocks noGrp="1"/>
          </p:cNvSpPr>
          <p:nvPr>
            <p:ph type="sldNum" idx="12"/>
          </p:nvPr>
        </p:nvSpPr>
        <p:spPr/>
        <p:txBody>
          <a:bodyPr/>
          <a:p>
            <a:fld id="{C1E33ABF-8334-44CB-AE7F-21609AB59542}" type="slidenum">
              <a:t>&lt;#&gt;</a:t>
            </a:fld>
          </a:p>
        </p:txBody>
      </p:sp>
      <p:sp>
        <p:nvSpPr>
          <p:cNvPr id="4" name="PlaceHolder 3"/>
          <p:cNvSpPr>
            <a:spLocks noGrp="1"/>
          </p:cNvSpPr>
          <p:nvPr>
            <p:ph type="dt" idx="10"/>
          </p:nvPr>
        </p:nvSpPr>
        <p:spPr/>
        <p:txBody>
          <a:bodyPr/>
          <a:p>
            <a:r>
              <a:rPr lang="es-CL"/>
              <a:t/>
            </a:r>
          </a:p>
        </p:txBody>
      </p:sp>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48" name="PlaceHolder 1"/>
          <p:cNvSpPr>
            <a:spLocks noGrp="1"/>
          </p:cNvSpPr>
          <p:nvPr>
            <p:ph type="title"/>
          </p:nvPr>
        </p:nvSpPr>
        <p:spPr>
          <a:xfrm>
            <a:off x="457200" y="704160"/>
            <a:ext cx="8229240" cy="1142640"/>
          </a:xfrm>
          <a:prstGeom prst="rect">
            <a:avLst/>
          </a:prstGeom>
          <a:noFill/>
          <a:ln w="0">
            <a:noFill/>
          </a:ln>
        </p:spPr>
        <p:txBody>
          <a:bodyPr lIns="0" rIns="0" tIns="0" bIns="0" anchor="ctr">
            <a:noAutofit/>
          </a:bodyPr>
          <a:p>
            <a:endParaRPr b="0" lang="es-CL" sz="1800" spc="-1" strike="noStrike">
              <a:solidFill>
                <a:srgbClr val="000000"/>
              </a:solidFill>
              <a:latin typeface="Constantia"/>
            </a:endParaRPr>
          </a:p>
        </p:txBody>
      </p:sp>
      <p:sp>
        <p:nvSpPr>
          <p:cNvPr id="149" name="PlaceHolder 2"/>
          <p:cNvSpPr>
            <a:spLocks noGrp="1"/>
          </p:cNvSpPr>
          <p:nvPr>
            <p:ph type="subTitle"/>
          </p:nvPr>
        </p:nvSpPr>
        <p:spPr>
          <a:xfrm>
            <a:off x="457200" y="1935360"/>
            <a:ext cx="8229240" cy="4388760"/>
          </a:xfrm>
          <a:prstGeom prst="rect">
            <a:avLst/>
          </a:prstGeom>
          <a:noFill/>
          <a:ln w="0">
            <a:noFill/>
          </a:ln>
        </p:spPr>
        <p:txBody>
          <a:bodyPr lIns="0" rIns="0" tIns="0" bIns="0" anchor="ctr">
            <a:noAutofit/>
          </a:bodyPr>
          <a:p>
            <a:pPr algn="ctr">
              <a:buNone/>
            </a:pPr>
            <a:endParaRPr b="0" lang="es-CL" sz="3200" spc="-1" strike="noStrike">
              <a:latin typeface="Arial"/>
            </a:endParaRPr>
          </a:p>
        </p:txBody>
      </p:sp>
      <p:sp>
        <p:nvSpPr>
          <p:cNvPr id="4" name="PlaceHolder 3"/>
          <p:cNvSpPr>
            <a:spLocks noGrp="1"/>
          </p:cNvSpPr>
          <p:nvPr>
            <p:ph type="ftr" idx="11"/>
          </p:nvPr>
        </p:nvSpPr>
        <p:spPr/>
        <p:txBody>
          <a:bodyPr/>
          <a:p>
            <a:r>
              <a:t>Footer</a:t>
            </a:r>
          </a:p>
        </p:txBody>
      </p:sp>
      <p:sp>
        <p:nvSpPr>
          <p:cNvPr id="5" name="PlaceHolder 4"/>
          <p:cNvSpPr>
            <a:spLocks noGrp="1"/>
          </p:cNvSpPr>
          <p:nvPr>
            <p:ph type="sldNum" idx="12"/>
          </p:nvPr>
        </p:nvSpPr>
        <p:spPr/>
        <p:txBody>
          <a:bodyPr/>
          <a:p>
            <a:fld id="{3E58E671-A602-48A3-A956-0DC067661AEB}" type="slidenum">
              <a:t>&lt;#&gt;</a:t>
            </a:fld>
          </a:p>
        </p:txBody>
      </p:sp>
      <p:sp>
        <p:nvSpPr>
          <p:cNvPr id="6" name="PlaceHolder 5"/>
          <p:cNvSpPr>
            <a:spLocks noGrp="1"/>
          </p:cNvSpPr>
          <p:nvPr>
            <p:ph type="dt" idx="10"/>
          </p:nvPr>
        </p:nvSpPr>
        <p:spPr/>
        <p:txBody>
          <a:bodyPr/>
          <a:p>
            <a:r>
              <a:rPr lang="es-CL"/>
              <a:t/>
            </a:r>
          </a:p>
        </p:txBody>
      </p:sp>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50" name="PlaceHolder 1"/>
          <p:cNvSpPr>
            <a:spLocks noGrp="1"/>
          </p:cNvSpPr>
          <p:nvPr>
            <p:ph type="title"/>
          </p:nvPr>
        </p:nvSpPr>
        <p:spPr>
          <a:xfrm>
            <a:off x="457200" y="704160"/>
            <a:ext cx="8229240" cy="1142640"/>
          </a:xfrm>
          <a:prstGeom prst="rect">
            <a:avLst/>
          </a:prstGeom>
          <a:noFill/>
          <a:ln w="0">
            <a:noFill/>
          </a:ln>
        </p:spPr>
        <p:txBody>
          <a:bodyPr lIns="0" rIns="0" tIns="0" bIns="0" anchor="ctr">
            <a:noAutofit/>
          </a:bodyPr>
          <a:p>
            <a:endParaRPr b="0" lang="es-CL" sz="1800" spc="-1" strike="noStrike">
              <a:solidFill>
                <a:srgbClr val="000000"/>
              </a:solidFill>
              <a:latin typeface="Constantia"/>
            </a:endParaRPr>
          </a:p>
        </p:txBody>
      </p:sp>
      <p:sp>
        <p:nvSpPr>
          <p:cNvPr id="151" name="PlaceHolder 2"/>
          <p:cNvSpPr>
            <a:spLocks noGrp="1"/>
          </p:cNvSpPr>
          <p:nvPr>
            <p:ph/>
          </p:nvPr>
        </p:nvSpPr>
        <p:spPr>
          <a:xfrm>
            <a:off x="457200" y="1935360"/>
            <a:ext cx="8229240" cy="438876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4" name="PlaceHolder 3"/>
          <p:cNvSpPr>
            <a:spLocks noGrp="1"/>
          </p:cNvSpPr>
          <p:nvPr>
            <p:ph type="ftr" idx="11"/>
          </p:nvPr>
        </p:nvSpPr>
        <p:spPr/>
        <p:txBody>
          <a:bodyPr/>
          <a:p>
            <a:r>
              <a:t>Footer</a:t>
            </a:r>
          </a:p>
        </p:txBody>
      </p:sp>
      <p:sp>
        <p:nvSpPr>
          <p:cNvPr id="5" name="PlaceHolder 4"/>
          <p:cNvSpPr>
            <a:spLocks noGrp="1"/>
          </p:cNvSpPr>
          <p:nvPr>
            <p:ph type="sldNum" idx="12"/>
          </p:nvPr>
        </p:nvSpPr>
        <p:spPr/>
        <p:txBody>
          <a:bodyPr/>
          <a:p>
            <a:fld id="{95EEBBFC-682D-4A3A-8548-BFFCD12BE66B}" type="slidenum">
              <a:t>&lt;#&gt;</a:t>
            </a:fld>
          </a:p>
        </p:txBody>
      </p:sp>
      <p:sp>
        <p:nvSpPr>
          <p:cNvPr id="6" name="PlaceHolder 5"/>
          <p:cNvSpPr>
            <a:spLocks noGrp="1"/>
          </p:cNvSpPr>
          <p:nvPr>
            <p:ph type="dt" idx="10"/>
          </p:nvPr>
        </p:nvSpPr>
        <p:spPr/>
        <p:txBody>
          <a:bodyPr/>
          <a:p>
            <a:r>
              <a:rPr lang="es-CL"/>
              <a:t/>
            </a:r>
          </a:p>
        </p:txBody>
      </p:sp>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52" name="PlaceHolder 1"/>
          <p:cNvSpPr>
            <a:spLocks noGrp="1"/>
          </p:cNvSpPr>
          <p:nvPr>
            <p:ph type="title"/>
          </p:nvPr>
        </p:nvSpPr>
        <p:spPr>
          <a:xfrm>
            <a:off x="457200" y="704160"/>
            <a:ext cx="8229240" cy="1142640"/>
          </a:xfrm>
          <a:prstGeom prst="rect">
            <a:avLst/>
          </a:prstGeom>
          <a:noFill/>
          <a:ln w="0">
            <a:noFill/>
          </a:ln>
        </p:spPr>
        <p:txBody>
          <a:bodyPr lIns="0" rIns="0" tIns="0" bIns="0" anchor="ctr">
            <a:noAutofit/>
          </a:bodyPr>
          <a:p>
            <a:endParaRPr b="0" lang="es-CL" sz="1800" spc="-1" strike="noStrike">
              <a:solidFill>
                <a:srgbClr val="000000"/>
              </a:solidFill>
              <a:latin typeface="Constantia"/>
            </a:endParaRPr>
          </a:p>
        </p:txBody>
      </p:sp>
      <p:sp>
        <p:nvSpPr>
          <p:cNvPr id="153" name="PlaceHolder 2"/>
          <p:cNvSpPr>
            <a:spLocks noGrp="1"/>
          </p:cNvSpPr>
          <p:nvPr>
            <p:ph/>
          </p:nvPr>
        </p:nvSpPr>
        <p:spPr>
          <a:xfrm>
            <a:off x="457200" y="1935360"/>
            <a:ext cx="4015800" cy="438876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154" name="PlaceHolder 3"/>
          <p:cNvSpPr>
            <a:spLocks noGrp="1"/>
          </p:cNvSpPr>
          <p:nvPr>
            <p:ph/>
          </p:nvPr>
        </p:nvSpPr>
        <p:spPr>
          <a:xfrm>
            <a:off x="4674240" y="1935360"/>
            <a:ext cx="4015800" cy="438876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5" name="PlaceHolder 4"/>
          <p:cNvSpPr>
            <a:spLocks noGrp="1"/>
          </p:cNvSpPr>
          <p:nvPr>
            <p:ph type="ftr" idx="11"/>
          </p:nvPr>
        </p:nvSpPr>
        <p:spPr/>
        <p:txBody>
          <a:bodyPr/>
          <a:p>
            <a:r>
              <a:t>Footer</a:t>
            </a:r>
          </a:p>
        </p:txBody>
      </p:sp>
      <p:sp>
        <p:nvSpPr>
          <p:cNvPr id="6" name="PlaceHolder 5"/>
          <p:cNvSpPr>
            <a:spLocks noGrp="1"/>
          </p:cNvSpPr>
          <p:nvPr>
            <p:ph type="sldNum" idx="12"/>
          </p:nvPr>
        </p:nvSpPr>
        <p:spPr/>
        <p:txBody>
          <a:bodyPr/>
          <a:p>
            <a:fld id="{B9D21731-1B26-48C8-AB7D-525D4F88D0EE}" type="slidenum">
              <a:t>&lt;#&gt;</a:t>
            </a:fld>
          </a:p>
        </p:txBody>
      </p:sp>
      <p:sp>
        <p:nvSpPr>
          <p:cNvPr id="7" name="PlaceHolder 6"/>
          <p:cNvSpPr>
            <a:spLocks noGrp="1"/>
          </p:cNvSpPr>
          <p:nvPr>
            <p:ph type="dt" idx="10"/>
          </p:nvPr>
        </p:nvSpPr>
        <p:spPr/>
        <p:txBody>
          <a:bodyPr/>
          <a:p>
            <a:r>
              <a:rPr lang="es-CL"/>
              <a:t/>
            </a:r>
          </a:p>
        </p:txBody>
      </p:sp>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55" name="PlaceHolder 1"/>
          <p:cNvSpPr>
            <a:spLocks noGrp="1"/>
          </p:cNvSpPr>
          <p:nvPr>
            <p:ph type="title"/>
          </p:nvPr>
        </p:nvSpPr>
        <p:spPr>
          <a:xfrm>
            <a:off x="457200" y="704160"/>
            <a:ext cx="8229240" cy="1142640"/>
          </a:xfrm>
          <a:prstGeom prst="rect">
            <a:avLst/>
          </a:prstGeom>
          <a:noFill/>
          <a:ln w="0">
            <a:noFill/>
          </a:ln>
        </p:spPr>
        <p:txBody>
          <a:bodyPr lIns="0" rIns="0" tIns="0" bIns="0" anchor="ctr">
            <a:noAutofit/>
          </a:bodyPr>
          <a:p>
            <a:endParaRPr b="0" lang="es-CL" sz="1800" spc="-1" strike="noStrike">
              <a:solidFill>
                <a:srgbClr val="000000"/>
              </a:solidFill>
              <a:latin typeface="Constantia"/>
            </a:endParaRPr>
          </a:p>
        </p:txBody>
      </p:sp>
      <p:sp>
        <p:nvSpPr>
          <p:cNvPr id="3" name="PlaceHolder 2"/>
          <p:cNvSpPr>
            <a:spLocks noGrp="1"/>
          </p:cNvSpPr>
          <p:nvPr>
            <p:ph type="ftr" idx="11"/>
          </p:nvPr>
        </p:nvSpPr>
        <p:spPr/>
        <p:txBody>
          <a:bodyPr/>
          <a:p>
            <a:r>
              <a:t>Footer</a:t>
            </a:r>
          </a:p>
        </p:txBody>
      </p:sp>
      <p:sp>
        <p:nvSpPr>
          <p:cNvPr id="4" name="PlaceHolder 3"/>
          <p:cNvSpPr>
            <a:spLocks noGrp="1"/>
          </p:cNvSpPr>
          <p:nvPr>
            <p:ph type="sldNum" idx="12"/>
          </p:nvPr>
        </p:nvSpPr>
        <p:spPr/>
        <p:txBody>
          <a:bodyPr/>
          <a:p>
            <a:fld id="{31282D45-E0F1-4200-AD32-E0E8C6242AEF}" type="slidenum">
              <a:t>&lt;#&gt;</a:t>
            </a:fld>
          </a:p>
        </p:txBody>
      </p:sp>
      <p:sp>
        <p:nvSpPr>
          <p:cNvPr id="5" name="PlaceHolder 4"/>
          <p:cNvSpPr>
            <a:spLocks noGrp="1"/>
          </p:cNvSpPr>
          <p:nvPr>
            <p:ph type="dt" idx="10"/>
          </p:nvPr>
        </p:nvSpPr>
        <p:spPr/>
        <p:txBody>
          <a:bodyPr/>
          <a:p>
            <a:r>
              <a:rPr lang="es-CL"/>
              <a:t/>
            </a:r>
          </a:p>
        </p:txBody>
      </p:sp>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56" name="PlaceHolder 1"/>
          <p:cNvSpPr>
            <a:spLocks noGrp="1"/>
          </p:cNvSpPr>
          <p:nvPr>
            <p:ph type="subTitle"/>
          </p:nvPr>
        </p:nvSpPr>
        <p:spPr>
          <a:xfrm>
            <a:off x="457200" y="704160"/>
            <a:ext cx="8229240" cy="5297760"/>
          </a:xfrm>
          <a:prstGeom prst="rect">
            <a:avLst/>
          </a:prstGeom>
          <a:noFill/>
          <a:ln w="0">
            <a:noFill/>
          </a:ln>
        </p:spPr>
        <p:txBody>
          <a:bodyPr lIns="0" rIns="0" tIns="0" bIns="0" anchor="ctr">
            <a:noAutofit/>
          </a:bodyPr>
          <a:p>
            <a:pPr algn="ctr">
              <a:buNone/>
            </a:pPr>
            <a:endParaRPr b="0" lang="es-CL" sz="3200" spc="-1" strike="noStrike">
              <a:latin typeface="Arial"/>
            </a:endParaRPr>
          </a:p>
        </p:txBody>
      </p:sp>
      <p:sp>
        <p:nvSpPr>
          <p:cNvPr id="3" name="PlaceHolder 2"/>
          <p:cNvSpPr>
            <a:spLocks noGrp="1"/>
          </p:cNvSpPr>
          <p:nvPr>
            <p:ph type="ftr" idx="11"/>
          </p:nvPr>
        </p:nvSpPr>
        <p:spPr/>
        <p:txBody>
          <a:bodyPr/>
          <a:p>
            <a:r>
              <a:t>Footer</a:t>
            </a:r>
          </a:p>
        </p:txBody>
      </p:sp>
      <p:sp>
        <p:nvSpPr>
          <p:cNvPr id="4" name="PlaceHolder 3"/>
          <p:cNvSpPr>
            <a:spLocks noGrp="1"/>
          </p:cNvSpPr>
          <p:nvPr>
            <p:ph type="sldNum" idx="12"/>
          </p:nvPr>
        </p:nvSpPr>
        <p:spPr/>
        <p:txBody>
          <a:bodyPr/>
          <a:p>
            <a:fld id="{2E5242ED-8CEA-4815-A622-B7779B0D2467}" type="slidenum">
              <a:t>&lt;#&gt;</a:t>
            </a:fld>
          </a:p>
        </p:txBody>
      </p:sp>
      <p:sp>
        <p:nvSpPr>
          <p:cNvPr id="5" name="PlaceHolder 4"/>
          <p:cNvSpPr>
            <a:spLocks noGrp="1"/>
          </p:cNvSpPr>
          <p:nvPr>
            <p:ph type="dt" idx="10"/>
          </p:nvPr>
        </p:nvSpPr>
        <p:spPr/>
        <p:txBody>
          <a:bodyPr/>
          <a:p>
            <a:r>
              <a:rPr lang="es-CL"/>
              <a:t/>
            </a:r>
          </a:p>
        </p:txBody>
      </p:sp>
    </p:spTree>
  </p:cSld>
</p:sldLayout>
</file>

<file path=ppt/slideLayouts/slideLayout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57" name="PlaceHolder 1"/>
          <p:cNvSpPr>
            <a:spLocks noGrp="1"/>
          </p:cNvSpPr>
          <p:nvPr>
            <p:ph type="title"/>
          </p:nvPr>
        </p:nvSpPr>
        <p:spPr>
          <a:xfrm>
            <a:off x="457200" y="704160"/>
            <a:ext cx="8229240" cy="1142640"/>
          </a:xfrm>
          <a:prstGeom prst="rect">
            <a:avLst/>
          </a:prstGeom>
          <a:noFill/>
          <a:ln w="0">
            <a:noFill/>
          </a:ln>
        </p:spPr>
        <p:txBody>
          <a:bodyPr lIns="0" rIns="0" tIns="0" bIns="0" anchor="ctr">
            <a:noAutofit/>
          </a:bodyPr>
          <a:p>
            <a:endParaRPr b="0" lang="es-CL" sz="1800" spc="-1" strike="noStrike">
              <a:solidFill>
                <a:srgbClr val="000000"/>
              </a:solidFill>
              <a:latin typeface="Constantia"/>
            </a:endParaRPr>
          </a:p>
        </p:txBody>
      </p:sp>
      <p:sp>
        <p:nvSpPr>
          <p:cNvPr id="158" name="PlaceHolder 2"/>
          <p:cNvSpPr>
            <a:spLocks noGrp="1"/>
          </p:cNvSpPr>
          <p:nvPr>
            <p:ph/>
          </p:nvPr>
        </p:nvSpPr>
        <p:spPr>
          <a:xfrm>
            <a:off x="457200" y="1935360"/>
            <a:ext cx="4015800" cy="209340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159" name="PlaceHolder 3"/>
          <p:cNvSpPr>
            <a:spLocks noGrp="1"/>
          </p:cNvSpPr>
          <p:nvPr>
            <p:ph/>
          </p:nvPr>
        </p:nvSpPr>
        <p:spPr>
          <a:xfrm>
            <a:off x="4674240" y="1935360"/>
            <a:ext cx="4015800" cy="438876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160" name="PlaceHolder 4"/>
          <p:cNvSpPr>
            <a:spLocks noGrp="1"/>
          </p:cNvSpPr>
          <p:nvPr>
            <p:ph/>
          </p:nvPr>
        </p:nvSpPr>
        <p:spPr>
          <a:xfrm>
            <a:off x="457200" y="4228200"/>
            <a:ext cx="4015800" cy="209340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6" name="PlaceHolder 5"/>
          <p:cNvSpPr>
            <a:spLocks noGrp="1"/>
          </p:cNvSpPr>
          <p:nvPr>
            <p:ph type="ftr" idx="11"/>
          </p:nvPr>
        </p:nvSpPr>
        <p:spPr/>
        <p:txBody>
          <a:bodyPr/>
          <a:p>
            <a:r>
              <a:t>Footer</a:t>
            </a:r>
          </a:p>
        </p:txBody>
      </p:sp>
      <p:sp>
        <p:nvSpPr>
          <p:cNvPr id="7" name="PlaceHolder 6"/>
          <p:cNvSpPr>
            <a:spLocks noGrp="1"/>
          </p:cNvSpPr>
          <p:nvPr>
            <p:ph type="sldNum" idx="12"/>
          </p:nvPr>
        </p:nvSpPr>
        <p:spPr/>
        <p:txBody>
          <a:bodyPr/>
          <a:p>
            <a:fld id="{E1792608-2331-45B2-BA45-A501BFD6032C}" type="slidenum">
              <a:t>&lt;#&gt;</a:t>
            </a:fld>
          </a:p>
        </p:txBody>
      </p:sp>
      <p:sp>
        <p:nvSpPr>
          <p:cNvPr id="8" name="PlaceHolder 7"/>
          <p:cNvSpPr>
            <a:spLocks noGrp="1"/>
          </p:cNvSpPr>
          <p:nvPr>
            <p:ph type="dt" idx="10"/>
          </p:nvPr>
        </p:nvSpPr>
        <p:spPr/>
        <p:txBody>
          <a:bodyPr/>
          <a:p>
            <a:r>
              <a:rPr lang="es-CL"/>
              <a:t/>
            </a:r>
          </a:p>
        </p:txBody>
      </p:sp>
    </p:spTree>
  </p:cSld>
</p:sldLayout>
</file>

<file path=ppt/slideLayouts/slideLayout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61" name="PlaceHolder 1"/>
          <p:cNvSpPr>
            <a:spLocks noGrp="1"/>
          </p:cNvSpPr>
          <p:nvPr>
            <p:ph type="title"/>
          </p:nvPr>
        </p:nvSpPr>
        <p:spPr>
          <a:xfrm>
            <a:off x="457200" y="704160"/>
            <a:ext cx="8229240" cy="1142640"/>
          </a:xfrm>
          <a:prstGeom prst="rect">
            <a:avLst/>
          </a:prstGeom>
          <a:noFill/>
          <a:ln w="0">
            <a:noFill/>
          </a:ln>
        </p:spPr>
        <p:txBody>
          <a:bodyPr lIns="0" rIns="0" tIns="0" bIns="0" anchor="ctr">
            <a:noAutofit/>
          </a:bodyPr>
          <a:p>
            <a:endParaRPr b="0" lang="es-CL" sz="1800" spc="-1" strike="noStrike">
              <a:solidFill>
                <a:srgbClr val="000000"/>
              </a:solidFill>
              <a:latin typeface="Constantia"/>
            </a:endParaRPr>
          </a:p>
        </p:txBody>
      </p:sp>
      <p:sp>
        <p:nvSpPr>
          <p:cNvPr id="162" name="PlaceHolder 2"/>
          <p:cNvSpPr>
            <a:spLocks noGrp="1"/>
          </p:cNvSpPr>
          <p:nvPr>
            <p:ph/>
          </p:nvPr>
        </p:nvSpPr>
        <p:spPr>
          <a:xfrm>
            <a:off x="457200" y="1935360"/>
            <a:ext cx="4015800" cy="438876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163" name="PlaceHolder 3"/>
          <p:cNvSpPr>
            <a:spLocks noGrp="1"/>
          </p:cNvSpPr>
          <p:nvPr>
            <p:ph/>
          </p:nvPr>
        </p:nvSpPr>
        <p:spPr>
          <a:xfrm>
            <a:off x="4674240" y="1935360"/>
            <a:ext cx="4015800" cy="209340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164" name="PlaceHolder 4"/>
          <p:cNvSpPr>
            <a:spLocks noGrp="1"/>
          </p:cNvSpPr>
          <p:nvPr>
            <p:ph/>
          </p:nvPr>
        </p:nvSpPr>
        <p:spPr>
          <a:xfrm>
            <a:off x="4674240" y="4228200"/>
            <a:ext cx="4015800" cy="209340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6" name="PlaceHolder 5"/>
          <p:cNvSpPr>
            <a:spLocks noGrp="1"/>
          </p:cNvSpPr>
          <p:nvPr>
            <p:ph type="ftr" idx="11"/>
          </p:nvPr>
        </p:nvSpPr>
        <p:spPr/>
        <p:txBody>
          <a:bodyPr/>
          <a:p>
            <a:r>
              <a:t>Footer</a:t>
            </a:r>
          </a:p>
        </p:txBody>
      </p:sp>
      <p:sp>
        <p:nvSpPr>
          <p:cNvPr id="7" name="PlaceHolder 6"/>
          <p:cNvSpPr>
            <a:spLocks noGrp="1"/>
          </p:cNvSpPr>
          <p:nvPr>
            <p:ph type="sldNum" idx="12"/>
          </p:nvPr>
        </p:nvSpPr>
        <p:spPr/>
        <p:txBody>
          <a:bodyPr/>
          <a:p>
            <a:fld id="{607FE5BC-8871-4C4B-949C-08043C581E01}" type="slidenum">
              <a:t>&lt;#&gt;</a:t>
            </a:fld>
          </a:p>
        </p:txBody>
      </p:sp>
      <p:sp>
        <p:nvSpPr>
          <p:cNvPr id="8" name="PlaceHolder 7"/>
          <p:cNvSpPr>
            <a:spLocks noGrp="1"/>
          </p:cNvSpPr>
          <p:nvPr>
            <p:ph type="dt" idx="10"/>
          </p:nvPr>
        </p:nvSpPr>
        <p:spPr/>
        <p:txBody>
          <a:bodyPr/>
          <a:p>
            <a:r>
              <a:rPr lang="es-CL"/>
              <a:t/>
            </a:r>
          </a:p>
        </p:txBody>
      </p:sp>
    </p:spTree>
  </p:cSld>
</p:sldLayout>
</file>

<file path=ppt/slideLayouts/slideLayout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65" name="PlaceHolder 1"/>
          <p:cNvSpPr>
            <a:spLocks noGrp="1"/>
          </p:cNvSpPr>
          <p:nvPr>
            <p:ph type="title"/>
          </p:nvPr>
        </p:nvSpPr>
        <p:spPr>
          <a:xfrm>
            <a:off x="457200" y="704160"/>
            <a:ext cx="8229240" cy="1142640"/>
          </a:xfrm>
          <a:prstGeom prst="rect">
            <a:avLst/>
          </a:prstGeom>
          <a:noFill/>
          <a:ln w="0">
            <a:noFill/>
          </a:ln>
        </p:spPr>
        <p:txBody>
          <a:bodyPr lIns="0" rIns="0" tIns="0" bIns="0" anchor="ctr">
            <a:noAutofit/>
          </a:bodyPr>
          <a:p>
            <a:endParaRPr b="0" lang="es-CL" sz="1800" spc="-1" strike="noStrike">
              <a:solidFill>
                <a:srgbClr val="000000"/>
              </a:solidFill>
              <a:latin typeface="Constantia"/>
            </a:endParaRPr>
          </a:p>
        </p:txBody>
      </p:sp>
      <p:sp>
        <p:nvSpPr>
          <p:cNvPr id="166" name="PlaceHolder 2"/>
          <p:cNvSpPr>
            <a:spLocks noGrp="1"/>
          </p:cNvSpPr>
          <p:nvPr>
            <p:ph/>
          </p:nvPr>
        </p:nvSpPr>
        <p:spPr>
          <a:xfrm>
            <a:off x="457200" y="1935360"/>
            <a:ext cx="4015800" cy="209340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167" name="PlaceHolder 3"/>
          <p:cNvSpPr>
            <a:spLocks noGrp="1"/>
          </p:cNvSpPr>
          <p:nvPr>
            <p:ph/>
          </p:nvPr>
        </p:nvSpPr>
        <p:spPr>
          <a:xfrm>
            <a:off x="4674240" y="1935360"/>
            <a:ext cx="4015800" cy="209340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168" name="PlaceHolder 4"/>
          <p:cNvSpPr>
            <a:spLocks noGrp="1"/>
          </p:cNvSpPr>
          <p:nvPr>
            <p:ph/>
          </p:nvPr>
        </p:nvSpPr>
        <p:spPr>
          <a:xfrm>
            <a:off x="457200" y="4228200"/>
            <a:ext cx="8229240" cy="209340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6" name="PlaceHolder 5"/>
          <p:cNvSpPr>
            <a:spLocks noGrp="1"/>
          </p:cNvSpPr>
          <p:nvPr>
            <p:ph type="ftr" idx="11"/>
          </p:nvPr>
        </p:nvSpPr>
        <p:spPr/>
        <p:txBody>
          <a:bodyPr/>
          <a:p>
            <a:r>
              <a:t>Footer</a:t>
            </a:r>
          </a:p>
        </p:txBody>
      </p:sp>
      <p:sp>
        <p:nvSpPr>
          <p:cNvPr id="7" name="PlaceHolder 6"/>
          <p:cNvSpPr>
            <a:spLocks noGrp="1"/>
          </p:cNvSpPr>
          <p:nvPr>
            <p:ph type="sldNum" idx="12"/>
          </p:nvPr>
        </p:nvSpPr>
        <p:spPr/>
        <p:txBody>
          <a:bodyPr/>
          <a:p>
            <a:fld id="{E18F5F99-F5FF-4250-8483-BE0556A0A31F}" type="slidenum">
              <a:t>&lt;#&gt;</a:t>
            </a:fld>
          </a:p>
        </p:txBody>
      </p:sp>
      <p:sp>
        <p:nvSpPr>
          <p:cNvPr id="8" name="PlaceHolder 7"/>
          <p:cNvSpPr>
            <a:spLocks noGrp="1"/>
          </p:cNvSpPr>
          <p:nvPr>
            <p:ph type="dt" idx="10"/>
          </p:nvPr>
        </p:nvSpPr>
        <p:spPr/>
        <p:txBody>
          <a:bodyPr/>
          <a:p>
            <a:r>
              <a:rPr lang="es-CL"/>
              <a:t/>
            </a:r>
          </a:p>
        </p:txBody>
      </p:sp>
    </p:spTree>
  </p:cSld>
</p:sldLayout>
</file>

<file path=ppt/slideLayouts/slideLayout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69" name="PlaceHolder 1"/>
          <p:cNvSpPr>
            <a:spLocks noGrp="1"/>
          </p:cNvSpPr>
          <p:nvPr>
            <p:ph type="title"/>
          </p:nvPr>
        </p:nvSpPr>
        <p:spPr>
          <a:xfrm>
            <a:off x="457200" y="704160"/>
            <a:ext cx="8229240" cy="1142640"/>
          </a:xfrm>
          <a:prstGeom prst="rect">
            <a:avLst/>
          </a:prstGeom>
          <a:noFill/>
          <a:ln w="0">
            <a:noFill/>
          </a:ln>
        </p:spPr>
        <p:txBody>
          <a:bodyPr lIns="0" rIns="0" tIns="0" bIns="0" anchor="ctr">
            <a:noAutofit/>
          </a:bodyPr>
          <a:p>
            <a:endParaRPr b="0" lang="es-CL" sz="1800" spc="-1" strike="noStrike">
              <a:solidFill>
                <a:srgbClr val="000000"/>
              </a:solidFill>
              <a:latin typeface="Constantia"/>
            </a:endParaRPr>
          </a:p>
        </p:txBody>
      </p:sp>
      <p:sp>
        <p:nvSpPr>
          <p:cNvPr id="170" name="PlaceHolder 2"/>
          <p:cNvSpPr>
            <a:spLocks noGrp="1"/>
          </p:cNvSpPr>
          <p:nvPr>
            <p:ph/>
          </p:nvPr>
        </p:nvSpPr>
        <p:spPr>
          <a:xfrm>
            <a:off x="457200" y="1935360"/>
            <a:ext cx="8229240" cy="209340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171" name="PlaceHolder 3"/>
          <p:cNvSpPr>
            <a:spLocks noGrp="1"/>
          </p:cNvSpPr>
          <p:nvPr>
            <p:ph/>
          </p:nvPr>
        </p:nvSpPr>
        <p:spPr>
          <a:xfrm>
            <a:off x="457200" y="4228200"/>
            <a:ext cx="8229240" cy="209340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5" name="PlaceHolder 4"/>
          <p:cNvSpPr>
            <a:spLocks noGrp="1"/>
          </p:cNvSpPr>
          <p:nvPr>
            <p:ph type="ftr" idx="11"/>
          </p:nvPr>
        </p:nvSpPr>
        <p:spPr/>
        <p:txBody>
          <a:bodyPr/>
          <a:p>
            <a:r>
              <a:t>Footer</a:t>
            </a:r>
          </a:p>
        </p:txBody>
      </p:sp>
      <p:sp>
        <p:nvSpPr>
          <p:cNvPr id="6" name="PlaceHolder 5"/>
          <p:cNvSpPr>
            <a:spLocks noGrp="1"/>
          </p:cNvSpPr>
          <p:nvPr>
            <p:ph type="sldNum" idx="12"/>
          </p:nvPr>
        </p:nvSpPr>
        <p:spPr/>
        <p:txBody>
          <a:bodyPr/>
          <a:p>
            <a:fld id="{4FA596CB-960E-46CA-8EEE-B05385486347}" type="slidenum">
              <a:t>&lt;#&gt;</a:t>
            </a:fld>
          </a:p>
        </p:txBody>
      </p:sp>
      <p:sp>
        <p:nvSpPr>
          <p:cNvPr id="7" name="PlaceHolder 6"/>
          <p:cNvSpPr>
            <a:spLocks noGrp="1"/>
          </p:cNvSpPr>
          <p:nvPr>
            <p:ph type="dt" idx="10"/>
          </p:nvPr>
        </p:nvSpPr>
        <p:spPr/>
        <p:txBody>
          <a:bodyPr/>
          <a:p>
            <a:r>
              <a:rPr lang="es-CL"/>
              <a:t/>
            </a:r>
          </a:p>
        </p:txBody>
      </p:sp>
    </p:spTree>
  </p:cSld>
</p:sldLayout>
</file>

<file path=ppt/slideLayouts/slideLayout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72" name="PlaceHolder 1"/>
          <p:cNvSpPr>
            <a:spLocks noGrp="1"/>
          </p:cNvSpPr>
          <p:nvPr>
            <p:ph type="title"/>
          </p:nvPr>
        </p:nvSpPr>
        <p:spPr>
          <a:xfrm>
            <a:off x="457200" y="704160"/>
            <a:ext cx="8229240" cy="1142640"/>
          </a:xfrm>
          <a:prstGeom prst="rect">
            <a:avLst/>
          </a:prstGeom>
          <a:noFill/>
          <a:ln w="0">
            <a:noFill/>
          </a:ln>
        </p:spPr>
        <p:txBody>
          <a:bodyPr lIns="0" rIns="0" tIns="0" bIns="0" anchor="ctr">
            <a:noAutofit/>
          </a:bodyPr>
          <a:p>
            <a:endParaRPr b="0" lang="es-CL" sz="1800" spc="-1" strike="noStrike">
              <a:solidFill>
                <a:srgbClr val="000000"/>
              </a:solidFill>
              <a:latin typeface="Constantia"/>
            </a:endParaRPr>
          </a:p>
        </p:txBody>
      </p:sp>
      <p:sp>
        <p:nvSpPr>
          <p:cNvPr id="173" name="PlaceHolder 2"/>
          <p:cNvSpPr>
            <a:spLocks noGrp="1"/>
          </p:cNvSpPr>
          <p:nvPr>
            <p:ph/>
          </p:nvPr>
        </p:nvSpPr>
        <p:spPr>
          <a:xfrm>
            <a:off x="457200" y="1935360"/>
            <a:ext cx="4015800" cy="209340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174" name="PlaceHolder 3"/>
          <p:cNvSpPr>
            <a:spLocks noGrp="1"/>
          </p:cNvSpPr>
          <p:nvPr>
            <p:ph/>
          </p:nvPr>
        </p:nvSpPr>
        <p:spPr>
          <a:xfrm>
            <a:off x="4674240" y="1935360"/>
            <a:ext cx="4015800" cy="209340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175" name="PlaceHolder 4"/>
          <p:cNvSpPr>
            <a:spLocks noGrp="1"/>
          </p:cNvSpPr>
          <p:nvPr>
            <p:ph/>
          </p:nvPr>
        </p:nvSpPr>
        <p:spPr>
          <a:xfrm>
            <a:off x="457200" y="4228200"/>
            <a:ext cx="4015800" cy="209340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176" name="PlaceHolder 5"/>
          <p:cNvSpPr>
            <a:spLocks noGrp="1"/>
          </p:cNvSpPr>
          <p:nvPr>
            <p:ph/>
          </p:nvPr>
        </p:nvSpPr>
        <p:spPr>
          <a:xfrm>
            <a:off x="4674240" y="4228200"/>
            <a:ext cx="4015800" cy="209340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7" name="PlaceHolder 6"/>
          <p:cNvSpPr>
            <a:spLocks noGrp="1"/>
          </p:cNvSpPr>
          <p:nvPr>
            <p:ph type="ftr" idx="11"/>
          </p:nvPr>
        </p:nvSpPr>
        <p:spPr/>
        <p:txBody>
          <a:bodyPr/>
          <a:p>
            <a:r>
              <a:t>Footer</a:t>
            </a:r>
          </a:p>
        </p:txBody>
      </p:sp>
      <p:sp>
        <p:nvSpPr>
          <p:cNvPr id="8" name="PlaceHolder 7"/>
          <p:cNvSpPr>
            <a:spLocks noGrp="1"/>
          </p:cNvSpPr>
          <p:nvPr>
            <p:ph type="sldNum" idx="12"/>
          </p:nvPr>
        </p:nvSpPr>
        <p:spPr/>
        <p:txBody>
          <a:bodyPr/>
          <a:p>
            <a:fld id="{34706F2B-85A1-4960-AB1F-EEC4A5B2CECD}" type="slidenum">
              <a:t>&lt;#&gt;</a:t>
            </a:fld>
          </a:p>
        </p:txBody>
      </p:sp>
      <p:sp>
        <p:nvSpPr>
          <p:cNvPr id="9" name="PlaceHolder 8"/>
          <p:cNvSpPr>
            <a:spLocks noGrp="1"/>
          </p:cNvSpPr>
          <p:nvPr>
            <p:ph type="dt" idx="10"/>
          </p:nvPr>
        </p:nvSpPr>
        <p:spPr/>
        <p:txBody>
          <a:bodyPr/>
          <a:p>
            <a:r>
              <a:rPr lang="es-CL"/>
              <a:t/>
            </a:r>
          </a:p>
        </p:txBody>
      </p:sp>
    </p:spTree>
  </p:cSld>
</p:sldLayout>
</file>

<file path=ppt/slideLayouts/slideLayout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77" name="PlaceHolder 1"/>
          <p:cNvSpPr>
            <a:spLocks noGrp="1"/>
          </p:cNvSpPr>
          <p:nvPr>
            <p:ph type="title"/>
          </p:nvPr>
        </p:nvSpPr>
        <p:spPr>
          <a:xfrm>
            <a:off x="457200" y="704160"/>
            <a:ext cx="8229240" cy="1142640"/>
          </a:xfrm>
          <a:prstGeom prst="rect">
            <a:avLst/>
          </a:prstGeom>
          <a:noFill/>
          <a:ln w="0">
            <a:noFill/>
          </a:ln>
        </p:spPr>
        <p:txBody>
          <a:bodyPr lIns="0" rIns="0" tIns="0" bIns="0" anchor="ctr">
            <a:noAutofit/>
          </a:bodyPr>
          <a:p>
            <a:endParaRPr b="0" lang="es-CL" sz="1800" spc="-1" strike="noStrike">
              <a:solidFill>
                <a:srgbClr val="000000"/>
              </a:solidFill>
              <a:latin typeface="Constantia"/>
            </a:endParaRPr>
          </a:p>
        </p:txBody>
      </p:sp>
      <p:sp>
        <p:nvSpPr>
          <p:cNvPr id="178" name="PlaceHolder 2"/>
          <p:cNvSpPr>
            <a:spLocks noGrp="1"/>
          </p:cNvSpPr>
          <p:nvPr>
            <p:ph/>
          </p:nvPr>
        </p:nvSpPr>
        <p:spPr>
          <a:xfrm>
            <a:off x="457200" y="1935360"/>
            <a:ext cx="2649600" cy="209340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179" name="PlaceHolder 3"/>
          <p:cNvSpPr>
            <a:spLocks noGrp="1"/>
          </p:cNvSpPr>
          <p:nvPr>
            <p:ph/>
          </p:nvPr>
        </p:nvSpPr>
        <p:spPr>
          <a:xfrm>
            <a:off x="3239640" y="1935360"/>
            <a:ext cx="2649600" cy="209340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180" name="PlaceHolder 4"/>
          <p:cNvSpPr>
            <a:spLocks noGrp="1"/>
          </p:cNvSpPr>
          <p:nvPr>
            <p:ph/>
          </p:nvPr>
        </p:nvSpPr>
        <p:spPr>
          <a:xfrm>
            <a:off x="6022080" y="1935360"/>
            <a:ext cx="2649600" cy="209340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181" name="PlaceHolder 5"/>
          <p:cNvSpPr>
            <a:spLocks noGrp="1"/>
          </p:cNvSpPr>
          <p:nvPr>
            <p:ph/>
          </p:nvPr>
        </p:nvSpPr>
        <p:spPr>
          <a:xfrm>
            <a:off x="457200" y="4228200"/>
            <a:ext cx="2649600" cy="209340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182" name="PlaceHolder 6"/>
          <p:cNvSpPr>
            <a:spLocks noGrp="1"/>
          </p:cNvSpPr>
          <p:nvPr>
            <p:ph/>
          </p:nvPr>
        </p:nvSpPr>
        <p:spPr>
          <a:xfrm>
            <a:off x="3239640" y="4228200"/>
            <a:ext cx="2649600" cy="209340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183" name="PlaceHolder 7"/>
          <p:cNvSpPr>
            <a:spLocks noGrp="1"/>
          </p:cNvSpPr>
          <p:nvPr>
            <p:ph/>
          </p:nvPr>
        </p:nvSpPr>
        <p:spPr>
          <a:xfrm>
            <a:off x="6022080" y="4228200"/>
            <a:ext cx="2649600" cy="209340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9" name="PlaceHolder 8"/>
          <p:cNvSpPr>
            <a:spLocks noGrp="1"/>
          </p:cNvSpPr>
          <p:nvPr>
            <p:ph type="ftr" idx="11"/>
          </p:nvPr>
        </p:nvSpPr>
        <p:spPr/>
        <p:txBody>
          <a:bodyPr/>
          <a:p>
            <a:r>
              <a:t>Footer</a:t>
            </a:r>
          </a:p>
        </p:txBody>
      </p:sp>
      <p:sp>
        <p:nvSpPr>
          <p:cNvPr id="10" name="PlaceHolder 9"/>
          <p:cNvSpPr>
            <a:spLocks noGrp="1"/>
          </p:cNvSpPr>
          <p:nvPr>
            <p:ph type="sldNum" idx="12"/>
          </p:nvPr>
        </p:nvSpPr>
        <p:spPr/>
        <p:txBody>
          <a:bodyPr/>
          <a:p>
            <a:fld id="{789A1048-58BB-47F1-A078-A7222E300B65}" type="slidenum">
              <a:t>&lt;#&gt;</a:t>
            </a:fld>
          </a:p>
        </p:txBody>
      </p:sp>
      <p:sp>
        <p:nvSpPr>
          <p:cNvPr id="11" name="PlaceHolder 10"/>
          <p:cNvSpPr>
            <a:spLocks noGrp="1"/>
          </p:cNvSpPr>
          <p:nvPr>
            <p:ph type="dt" idx="10"/>
          </p:nvPr>
        </p:nvSpPr>
        <p:spPr/>
        <p:txBody>
          <a:bodyPr/>
          <a:p>
            <a:r>
              <a:rPr lang="es-CL"/>
              <a:t/>
            </a:r>
          </a:p>
        </p:txBody>
      </p:sp>
    </p:spTree>
  </p:cSld>
</p:sldLayout>
</file>

<file path=ppt/slideLayouts/slideLayout4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4"/>
          </p:nvPr>
        </p:nvSpPr>
        <p:spPr/>
        <p:txBody>
          <a:bodyPr/>
          <a:p>
            <a:r>
              <a:t>Footer</a:t>
            </a:r>
          </a:p>
        </p:txBody>
      </p:sp>
      <p:sp>
        <p:nvSpPr>
          <p:cNvPr id="3" name="PlaceHolder 2"/>
          <p:cNvSpPr>
            <a:spLocks noGrp="1"/>
          </p:cNvSpPr>
          <p:nvPr>
            <p:ph type="sldNum" idx="15"/>
          </p:nvPr>
        </p:nvSpPr>
        <p:spPr/>
        <p:txBody>
          <a:bodyPr/>
          <a:p>
            <a:fld id="{16A2BCCD-6ACF-48C3-ABDE-2CA07C5535C4}" type="slidenum">
              <a:t>&lt;#&gt;</a:t>
            </a:fld>
          </a:p>
        </p:txBody>
      </p:sp>
      <p:sp>
        <p:nvSpPr>
          <p:cNvPr id="4" name="PlaceHolder 3"/>
          <p:cNvSpPr>
            <a:spLocks noGrp="1"/>
          </p:cNvSpPr>
          <p:nvPr>
            <p:ph type="dt" idx="13"/>
          </p:nvPr>
        </p:nvSpPr>
        <p:spPr/>
        <p:txBody>
          <a:bodyPr/>
          <a:p>
            <a:r>
              <a:rPr lang="es-CL"/>
              <a:t/>
            </a:r>
          </a:p>
        </p:txBody>
      </p:sp>
    </p:spTree>
  </p:cSld>
</p:sldLayout>
</file>

<file path=ppt/slideLayouts/slideLayout5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94" name="PlaceHolder 1"/>
          <p:cNvSpPr>
            <a:spLocks noGrp="1"/>
          </p:cNvSpPr>
          <p:nvPr>
            <p:ph type="title"/>
          </p:nvPr>
        </p:nvSpPr>
        <p:spPr>
          <a:xfrm>
            <a:off x="457200" y="704160"/>
            <a:ext cx="8229240" cy="1142640"/>
          </a:xfrm>
          <a:prstGeom prst="rect">
            <a:avLst/>
          </a:prstGeom>
          <a:noFill/>
          <a:ln w="0">
            <a:noFill/>
          </a:ln>
        </p:spPr>
        <p:txBody>
          <a:bodyPr lIns="0" rIns="0" tIns="0" bIns="0" anchor="ctr">
            <a:noAutofit/>
          </a:bodyPr>
          <a:p>
            <a:endParaRPr b="0" lang="es-CL" sz="1800" spc="-1" strike="noStrike">
              <a:solidFill>
                <a:srgbClr val="000000"/>
              </a:solidFill>
              <a:latin typeface="Constantia"/>
            </a:endParaRPr>
          </a:p>
        </p:txBody>
      </p:sp>
      <p:sp>
        <p:nvSpPr>
          <p:cNvPr id="195" name="PlaceHolder 2"/>
          <p:cNvSpPr>
            <a:spLocks noGrp="1"/>
          </p:cNvSpPr>
          <p:nvPr>
            <p:ph type="subTitle"/>
          </p:nvPr>
        </p:nvSpPr>
        <p:spPr>
          <a:xfrm>
            <a:off x="457200" y="1935360"/>
            <a:ext cx="8229240" cy="4388760"/>
          </a:xfrm>
          <a:prstGeom prst="rect">
            <a:avLst/>
          </a:prstGeom>
          <a:noFill/>
          <a:ln w="0">
            <a:noFill/>
          </a:ln>
        </p:spPr>
        <p:txBody>
          <a:bodyPr lIns="0" rIns="0" tIns="0" bIns="0" anchor="ctr">
            <a:noAutofit/>
          </a:bodyPr>
          <a:p>
            <a:pPr algn="ctr">
              <a:buNone/>
            </a:pPr>
            <a:endParaRPr b="0" lang="es-CL" sz="3200" spc="-1" strike="noStrike">
              <a:latin typeface="Arial"/>
            </a:endParaRPr>
          </a:p>
        </p:txBody>
      </p:sp>
      <p:sp>
        <p:nvSpPr>
          <p:cNvPr id="4" name="PlaceHolder 3"/>
          <p:cNvSpPr>
            <a:spLocks noGrp="1"/>
          </p:cNvSpPr>
          <p:nvPr>
            <p:ph type="ftr" idx="14"/>
          </p:nvPr>
        </p:nvSpPr>
        <p:spPr/>
        <p:txBody>
          <a:bodyPr/>
          <a:p>
            <a:r>
              <a:t>Footer</a:t>
            </a:r>
          </a:p>
        </p:txBody>
      </p:sp>
      <p:sp>
        <p:nvSpPr>
          <p:cNvPr id="5" name="PlaceHolder 4"/>
          <p:cNvSpPr>
            <a:spLocks noGrp="1"/>
          </p:cNvSpPr>
          <p:nvPr>
            <p:ph type="sldNum" idx="15"/>
          </p:nvPr>
        </p:nvSpPr>
        <p:spPr/>
        <p:txBody>
          <a:bodyPr/>
          <a:p>
            <a:fld id="{679CE282-8E16-458A-A0C9-414304C90804}" type="slidenum">
              <a:t>&lt;#&gt;</a:t>
            </a:fld>
          </a:p>
        </p:txBody>
      </p:sp>
      <p:sp>
        <p:nvSpPr>
          <p:cNvPr id="6" name="PlaceHolder 5"/>
          <p:cNvSpPr>
            <a:spLocks noGrp="1"/>
          </p:cNvSpPr>
          <p:nvPr>
            <p:ph type="dt" idx="13"/>
          </p:nvPr>
        </p:nvSpPr>
        <p:spPr/>
        <p:txBody>
          <a:bodyPr/>
          <a:p>
            <a:r>
              <a:rPr lang="es-CL"/>
              <a:t/>
            </a:r>
          </a:p>
        </p:txBody>
      </p:sp>
    </p:spTree>
  </p:cSld>
</p:sldLayout>
</file>

<file path=ppt/slideLayouts/slideLayout5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96" name="PlaceHolder 1"/>
          <p:cNvSpPr>
            <a:spLocks noGrp="1"/>
          </p:cNvSpPr>
          <p:nvPr>
            <p:ph type="title"/>
          </p:nvPr>
        </p:nvSpPr>
        <p:spPr>
          <a:xfrm>
            <a:off x="457200" y="704160"/>
            <a:ext cx="8229240" cy="1142640"/>
          </a:xfrm>
          <a:prstGeom prst="rect">
            <a:avLst/>
          </a:prstGeom>
          <a:noFill/>
          <a:ln w="0">
            <a:noFill/>
          </a:ln>
        </p:spPr>
        <p:txBody>
          <a:bodyPr lIns="0" rIns="0" tIns="0" bIns="0" anchor="ctr">
            <a:noAutofit/>
          </a:bodyPr>
          <a:p>
            <a:endParaRPr b="0" lang="es-CL" sz="1800" spc="-1" strike="noStrike">
              <a:solidFill>
                <a:srgbClr val="000000"/>
              </a:solidFill>
              <a:latin typeface="Constantia"/>
            </a:endParaRPr>
          </a:p>
        </p:txBody>
      </p:sp>
      <p:sp>
        <p:nvSpPr>
          <p:cNvPr id="197" name="PlaceHolder 2"/>
          <p:cNvSpPr>
            <a:spLocks noGrp="1"/>
          </p:cNvSpPr>
          <p:nvPr>
            <p:ph/>
          </p:nvPr>
        </p:nvSpPr>
        <p:spPr>
          <a:xfrm>
            <a:off x="457200" y="1935360"/>
            <a:ext cx="8229240" cy="438876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4" name="PlaceHolder 3"/>
          <p:cNvSpPr>
            <a:spLocks noGrp="1"/>
          </p:cNvSpPr>
          <p:nvPr>
            <p:ph type="ftr" idx="14"/>
          </p:nvPr>
        </p:nvSpPr>
        <p:spPr/>
        <p:txBody>
          <a:bodyPr/>
          <a:p>
            <a:r>
              <a:t>Footer</a:t>
            </a:r>
          </a:p>
        </p:txBody>
      </p:sp>
      <p:sp>
        <p:nvSpPr>
          <p:cNvPr id="5" name="PlaceHolder 4"/>
          <p:cNvSpPr>
            <a:spLocks noGrp="1"/>
          </p:cNvSpPr>
          <p:nvPr>
            <p:ph type="sldNum" idx="15"/>
          </p:nvPr>
        </p:nvSpPr>
        <p:spPr/>
        <p:txBody>
          <a:bodyPr/>
          <a:p>
            <a:fld id="{4F0FA294-3D44-41C5-A67A-2F259FCEF4FF}" type="slidenum">
              <a:t>&lt;#&gt;</a:t>
            </a:fld>
          </a:p>
        </p:txBody>
      </p:sp>
      <p:sp>
        <p:nvSpPr>
          <p:cNvPr id="6" name="PlaceHolder 5"/>
          <p:cNvSpPr>
            <a:spLocks noGrp="1"/>
          </p:cNvSpPr>
          <p:nvPr>
            <p:ph type="dt" idx="13"/>
          </p:nvPr>
        </p:nvSpPr>
        <p:spPr/>
        <p:txBody>
          <a:bodyPr/>
          <a:p>
            <a:r>
              <a:rPr lang="es-CL"/>
              <a:t/>
            </a:r>
          </a:p>
        </p:txBody>
      </p:sp>
    </p:spTree>
  </p:cSld>
</p:sldLayout>
</file>

<file path=ppt/slideLayouts/slideLayout5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98" name="PlaceHolder 1"/>
          <p:cNvSpPr>
            <a:spLocks noGrp="1"/>
          </p:cNvSpPr>
          <p:nvPr>
            <p:ph type="title"/>
          </p:nvPr>
        </p:nvSpPr>
        <p:spPr>
          <a:xfrm>
            <a:off x="457200" y="704160"/>
            <a:ext cx="8229240" cy="1142640"/>
          </a:xfrm>
          <a:prstGeom prst="rect">
            <a:avLst/>
          </a:prstGeom>
          <a:noFill/>
          <a:ln w="0">
            <a:noFill/>
          </a:ln>
        </p:spPr>
        <p:txBody>
          <a:bodyPr lIns="0" rIns="0" tIns="0" bIns="0" anchor="ctr">
            <a:noAutofit/>
          </a:bodyPr>
          <a:p>
            <a:endParaRPr b="0" lang="es-CL" sz="1800" spc="-1" strike="noStrike">
              <a:solidFill>
                <a:srgbClr val="000000"/>
              </a:solidFill>
              <a:latin typeface="Constantia"/>
            </a:endParaRPr>
          </a:p>
        </p:txBody>
      </p:sp>
      <p:sp>
        <p:nvSpPr>
          <p:cNvPr id="199" name="PlaceHolder 2"/>
          <p:cNvSpPr>
            <a:spLocks noGrp="1"/>
          </p:cNvSpPr>
          <p:nvPr>
            <p:ph/>
          </p:nvPr>
        </p:nvSpPr>
        <p:spPr>
          <a:xfrm>
            <a:off x="457200" y="1935360"/>
            <a:ext cx="4015800" cy="438876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200" name="PlaceHolder 3"/>
          <p:cNvSpPr>
            <a:spLocks noGrp="1"/>
          </p:cNvSpPr>
          <p:nvPr>
            <p:ph/>
          </p:nvPr>
        </p:nvSpPr>
        <p:spPr>
          <a:xfrm>
            <a:off x="4674240" y="1935360"/>
            <a:ext cx="4015800" cy="438876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5" name="PlaceHolder 4"/>
          <p:cNvSpPr>
            <a:spLocks noGrp="1"/>
          </p:cNvSpPr>
          <p:nvPr>
            <p:ph type="ftr" idx="14"/>
          </p:nvPr>
        </p:nvSpPr>
        <p:spPr/>
        <p:txBody>
          <a:bodyPr/>
          <a:p>
            <a:r>
              <a:t>Footer</a:t>
            </a:r>
          </a:p>
        </p:txBody>
      </p:sp>
      <p:sp>
        <p:nvSpPr>
          <p:cNvPr id="6" name="PlaceHolder 5"/>
          <p:cNvSpPr>
            <a:spLocks noGrp="1"/>
          </p:cNvSpPr>
          <p:nvPr>
            <p:ph type="sldNum" idx="15"/>
          </p:nvPr>
        </p:nvSpPr>
        <p:spPr/>
        <p:txBody>
          <a:bodyPr/>
          <a:p>
            <a:fld id="{F3286FCD-DB07-4D09-B0F6-AAE5C71BC626}" type="slidenum">
              <a:t>&lt;#&gt;</a:t>
            </a:fld>
          </a:p>
        </p:txBody>
      </p:sp>
      <p:sp>
        <p:nvSpPr>
          <p:cNvPr id="7" name="PlaceHolder 6"/>
          <p:cNvSpPr>
            <a:spLocks noGrp="1"/>
          </p:cNvSpPr>
          <p:nvPr>
            <p:ph type="dt" idx="13"/>
          </p:nvPr>
        </p:nvSpPr>
        <p:spPr/>
        <p:txBody>
          <a:bodyPr/>
          <a:p>
            <a:r>
              <a:rPr lang="es-CL"/>
              <a:t/>
            </a:r>
          </a:p>
        </p:txBody>
      </p:sp>
    </p:spTree>
  </p:cSld>
</p:sldLayout>
</file>

<file path=ppt/slideLayouts/slideLayout5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201" name="PlaceHolder 1"/>
          <p:cNvSpPr>
            <a:spLocks noGrp="1"/>
          </p:cNvSpPr>
          <p:nvPr>
            <p:ph type="title"/>
          </p:nvPr>
        </p:nvSpPr>
        <p:spPr>
          <a:xfrm>
            <a:off x="457200" y="704160"/>
            <a:ext cx="8229240" cy="1142640"/>
          </a:xfrm>
          <a:prstGeom prst="rect">
            <a:avLst/>
          </a:prstGeom>
          <a:noFill/>
          <a:ln w="0">
            <a:noFill/>
          </a:ln>
        </p:spPr>
        <p:txBody>
          <a:bodyPr lIns="0" rIns="0" tIns="0" bIns="0" anchor="ctr">
            <a:noAutofit/>
          </a:bodyPr>
          <a:p>
            <a:endParaRPr b="0" lang="es-CL" sz="1800" spc="-1" strike="noStrike">
              <a:solidFill>
                <a:srgbClr val="000000"/>
              </a:solidFill>
              <a:latin typeface="Constantia"/>
            </a:endParaRPr>
          </a:p>
        </p:txBody>
      </p:sp>
      <p:sp>
        <p:nvSpPr>
          <p:cNvPr id="3" name="PlaceHolder 2"/>
          <p:cNvSpPr>
            <a:spLocks noGrp="1"/>
          </p:cNvSpPr>
          <p:nvPr>
            <p:ph type="ftr" idx="14"/>
          </p:nvPr>
        </p:nvSpPr>
        <p:spPr/>
        <p:txBody>
          <a:bodyPr/>
          <a:p>
            <a:r>
              <a:t>Footer</a:t>
            </a:r>
          </a:p>
        </p:txBody>
      </p:sp>
      <p:sp>
        <p:nvSpPr>
          <p:cNvPr id="4" name="PlaceHolder 3"/>
          <p:cNvSpPr>
            <a:spLocks noGrp="1"/>
          </p:cNvSpPr>
          <p:nvPr>
            <p:ph type="sldNum" idx="15"/>
          </p:nvPr>
        </p:nvSpPr>
        <p:spPr/>
        <p:txBody>
          <a:bodyPr/>
          <a:p>
            <a:fld id="{9D58CA5D-5543-4868-9D32-AD881F164EED}" type="slidenum">
              <a:t>&lt;#&gt;</a:t>
            </a:fld>
          </a:p>
        </p:txBody>
      </p:sp>
      <p:sp>
        <p:nvSpPr>
          <p:cNvPr id="5" name="PlaceHolder 4"/>
          <p:cNvSpPr>
            <a:spLocks noGrp="1"/>
          </p:cNvSpPr>
          <p:nvPr>
            <p:ph type="dt" idx="13"/>
          </p:nvPr>
        </p:nvSpPr>
        <p:spPr/>
        <p:txBody>
          <a:bodyPr/>
          <a:p>
            <a:r>
              <a:rPr lang="es-CL"/>
              <a:t/>
            </a:r>
          </a:p>
        </p:txBody>
      </p:sp>
    </p:spTree>
  </p:cSld>
</p:sldLayout>
</file>

<file path=ppt/slideLayouts/slideLayout5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202" name="PlaceHolder 1"/>
          <p:cNvSpPr>
            <a:spLocks noGrp="1"/>
          </p:cNvSpPr>
          <p:nvPr>
            <p:ph type="subTitle"/>
          </p:nvPr>
        </p:nvSpPr>
        <p:spPr>
          <a:xfrm>
            <a:off x="457200" y="704160"/>
            <a:ext cx="8229240" cy="5297760"/>
          </a:xfrm>
          <a:prstGeom prst="rect">
            <a:avLst/>
          </a:prstGeom>
          <a:noFill/>
          <a:ln w="0">
            <a:noFill/>
          </a:ln>
        </p:spPr>
        <p:txBody>
          <a:bodyPr lIns="0" rIns="0" tIns="0" bIns="0" anchor="ctr">
            <a:noAutofit/>
          </a:bodyPr>
          <a:p>
            <a:pPr algn="ctr">
              <a:buNone/>
            </a:pPr>
            <a:endParaRPr b="0" lang="es-CL" sz="3200" spc="-1" strike="noStrike">
              <a:latin typeface="Arial"/>
            </a:endParaRPr>
          </a:p>
        </p:txBody>
      </p:sp>
      <p:sp>
        <p:nvSpPr>
          <p:cNvPr id="3" name="PlaceHolder 2"/>
          <p:cNvSpPr>
            <a:spLocks noGrp="1"/>
          </p:cNvSpPr>
          <p:nvPr>
            <p:ph type="ftr" idx="14"/>
          </p:nvPr>
        </p:nvSpPr>
        <p:spPr/>
        <p:txBody>
          <a:bodyPr/>
          <a:p>
            <a:r>
              <a:t>Footer</a:t>
            </a:r>
          </a:p>
        </p:txBody>
      </p:sp>
      <p:sp>
        <p:nvSpPr>
          <p:cNvPr id="4" name="PlaceHolder 3"/>
          <p:cNvSpPr>
            <a:spLocks noGrp="1"/>
          </p:cNvSpPr>
          <p:nvPr>
            <p:ph type="sldNum" idx="15"/>
          </p:nvPr>
        </p:nvSpPr>
        <p:spPr/>
        <p:txBody>
          <a:bodyPr/>
          <a:p>
            <a:fld id="{4F21E05E-F7C6-41A7-89B2-9F9C44F5F873}" type="slidenum">
              <a:t>&lt;#&gt;</a:t>
            </a:fld>
          </a:p>
        </p:txBody>
      </p:sp>
      <p:sp>
        <p:nvSpPr>
          <p:cNvPr id="5" name="PlaceHolder 4"/>
          <p:cNvSpPr>
            <a:spLocks noGrp="1"/>
          </p:cNvSpPr>
          <p:nvPr>
            <p:ph type="dt" idx="13"/>
          </p:nvPr>
        </p:nvSpPr>
        <p:spPr/>
        <p:txBody>
          <a:bodyPr/>
          <a:p>
            <a:r>
              <a:rPr lang="es-CL"/>
              <a:t/>
            </a:r>
          </a:p>
        </p:txBody>
      </p:sp>
    </p:spTree>
  </p:cSld>
</p:sldLayout>
</file>

<file path=ppt/slideLayouts/slideLayout5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203" name="PlaceHolder 1"/>
          <p:cNvSpPr>
            <a:spLocks noGrp="1"/>
          </p:cNvSpPr>
          <p:nvPr>
            <p:ph type="title"/>
          </p:nvPr>
        </p:nvSpPr>
        <p:spPr>
          <a:xfrm>
            <a:off x="457200" y="704160"/>
            <a:ext cx="8229240" cy="1142640"/>
          </a:xfrm>
          <a:prstGeom prst="rect">
            <a:avLst/>
          </a:prstGeom>
          <a:noFill/>
          <a:ln w="0">
            <a:noFill/>
          </a:ln>
        </p:spPr>
        <p:txBody>
          <a:bodyPr lIns="0" rIns="0" tIns="0" bIns="0" anchor="ctr">
            <a:noAutofit/>
          </a:bodyPr>
          <a:p>
            <a:endParaRPr b="0" lang="es-CL" sz="1800" spc="-1" strike="noStrike">
              <a:solidFill>
                <a:srgbClr val="000000"/>
              </a:solidFill>
              <a:latin typeface="Constantia"/>
            </a:endParaRPr>
          </a:p>
        </p:txBody>
      </p:sp>
      <p:sp>
        <p:nvSpPr>
          <p:cNvPr id="204" name="PlaceHolder 2"/>
          <p:cNvSpPr>
            <a:spLocks noGrp="1"/>
          </p:cNvSpPr>
          <p:nvPr>
            <p:ph/>
          </p:nvPr>
        </p:nvSpPr>
        <p:spPr>
          <a:xfrm>
            <a:off x="457200" y="1935360"/>
            <a:ext cx="4015800" cy="209340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205" name="PlaceHolder 3"/>
          <p:cNvSpPr>
            <a:spLocks noGrp="1"/>
          </p:cNvSpPr>
          <p:nvPr>
            <p:ph/>
          </p:nvPr>
        </p:nvSpPr>
        <p:spPr>
          <a:xfrm>
            <a:off x="4674240" y="1935360"/>
            <a:ext cx="4015800" cy="438876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206" name="PlaceHolder 4"/>
          <p:cNvSpPr>
            <a:spLocks noGrp="1"/>
          </p:cNvSpPr>
          <p:nvPr>
            <p:ph/>
          </p:nvPr>
        </p:nvSpPr>
        <p:spPr>
          <a:xfrm>
            <a:off x="457200" y="4228200"/>
            <a:ext cx="4015800" cy="209340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6" name="PlaceHolder 5"/>
          <p:cNvSpPr>
            <a:spLocks noGrp="1"/>
          </p:cNvSpPr>
          <p:nvPr>
            <p:ph type="ftr" idx="14"/>
          </p:nvPr>
        </p:nvSpPr>
        <p:spPr/>
        <p:txBody>
          <a:bodyPr/>
          <a:p>
            <a:r>
              <a:t>Footer</a:t>
            </a:r>
          </a:p>
        </p:txBody>
      </p:sp>
      <p:sp>
        <p:nvSpPr>
          <p:cNvPr id="7" name="PlaceHolder 6"/>
          <p:cNvSpPr>
            <a:spLocks noGrp="1"/>
          </p:cNvSpPr>
          <p:nvPr>
            <p:ph type="sldNum" idx="15"/>
          </p:nvPr>
        </p:nvSpPr>
        <p:spPr/>
        <p:txBody>
          <a:bodyPr/>
          <a:p>
            <a:fld id="{BB420B9A-CFB6-4BD5-AE1E-307184D3CA96}" type="slidenum">
              <a:t>&lt;#&gt;</a:t>
            </a:fld>
          </a:p>
        </p:txBody>
      </p:sp>
      <p:sp>
        <p:nvSpPr>
          <p:cNvPr id="8" name="PlaceHolder 7"/>
          <p:cNvSpPr>
            <a:spLocks noGrp="1"/>
          </p:cNvSpPr>
          <p:nvPr>
            <p:ph type="dt" idx="13"/>
          </p:nvPr>
        </p:nvSpPr>
        <p:spPr/>
        <p:txBody>
          <a:bodyPr/>
          <a:p>
            <a:r>
              <a:rPr lang="es-CL"/>
              <a:t/>
            </a:r>
          </a:p>
        </p:txBody>
      </p:sp>
    </p:spTree>
  </p:cSld>
</p:sldLayout>
</file>

<file path=ppt/slideLayouts/slideLayout5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07" name="PlaceHolder 1"/>
          <p:cNvSpPr>
            <a:spLocks noGrp="1"/>
          </p:cNvSpPr>
          <p:nvPr>
            <p:ph type="title"/>
          </p:nvPr>
        </p:nvSpPr>
        <p:spPr>
          <a:xfrm>
            <a:off x="457200" y="704160"/>
            <a:ext cx="8229240" cy="1142640"/>
          </a:xfrm>
          <a:prstGeom prst="rect">
            <a:avLst/>
          </a:prstGeom>
          <a:noFill/>
          <a:ln w="0">
            <a:noFill/>
          </a:ln>
        </p:spPr>
        <p:txBody>
          <a:bodyPr lIns="0" rIns="0" tIns="0" bIns="0" anchor="ctr">
            <a:noAutofit/>
          </a:bodyPr>
          <a:p>
            <a:endParaRPr b="0" lang="es-CL" sz="1800" spc="-1" strike="noStrike">
              <a:solidFill>
                <a:srgbClr val="000000"/>
              </a:solidFill>
              <a:latin typeface="Constantia"/>
            </a:endParaRPr>
          </a:p>
        </p:txBody>
      </p:sp>
      <p:sp>
        <p:nvSpPr>
          <p:cNvPr id="208" name="PlaceHolder 2"/>
          <p:cNvSpPr>
            <a:spLocks noGrp="1"/>
          </p:cNvSpPr>
          <p:nvPr>
            <p:ph/>
          </p:nvPr>
        </p:nvSpPr>
        <p:spPr>
          <a:xfrm>
            <a:off x="457200" y="1935360"/>
            <a:ext cx="4015800" cy="438876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209" name="PlaceHolder 3"/>
          <p:cNvSpPr>
            <a:spLocks noGrp="1"/>
          </p:cNvSpPr>
          <p:nvPr>
            <p:ph/>
          </p:nvPr>
        </p:nvSpPr>
        <p:spPr>
          <a:xfrm>
            <a:off x="4674240" y="1935360"/>
            <a:ext cx="4015800" cy="209340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210" name="PlaceHolder 4"/>
          <p:cNvSpPr>
            <a:spLocks noGrp="1"/>
          </p:cNvSpPr>
          <p:nvPr>
            <p:ph/>
          </p:nvPr>
        </p:nvSpPr>
        <p:spPr>
          <a:xfrm>
            <a:off x="4674240" y="4228200"/>
            <a:ext cx="4015800" cy="209340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6" name="PlaceHolder 5"/>
          <p:cNvSpPr>
            <a:spLocks noGrp="1"/>
          </p:cNvSpPr>
          <p:nvPr>
            <p:ph type="ftr" idx="14"/>
          </p:nvPr>
        </p:nvSpPr>
        <p:spPr/>
        <p:txBody>
          <a:bodyPr/>
          <a:p>
            <a:r>
              <a:t>Footer</a:t>
            </a:r>
          </a:p>
        </p:txBody>
      </p:sp>
      <p:sp>
        <p:nvSpPr>
          <p:cNvPr id="7" name="PlaceHolder 6"/>
          <p:cNvSpPr>
            <a:spLocks noGrp="1"/>
          </p:cNvSpPr>
          <p:nvPr>
            <p:ph type="sldNum" idx="15"/>
          </p:nvPr>
        </p:nvSpPr>
        <p:spPr/>
        <p:txBody>
          <a:bodyPr/>
          <a:p>
            <a:fld id="{12918455-D437-4C95-9B2D-B866A1DA91BC}" type="slidenum">
              <a:t>&lt;#&gt;</a:t>
            </a:fld>
          </a:p>
        </p:txBody>
      </p:sp>
      <p:sp>
        <p:nvSpPr>
          <p:cNvPr id="8" name="PlaceHolder 7"/>
          <p:cNvSpPr>
            <a:spLocks noGrp="1"/>
          </p:cNvSpPr>
          <p:nvPr>
            <p:ph type="dt" idx="13"/>
          </p:nvPr>
        </p:nvSpPr>
        <p:spPr/>
        <p:txBody>
          <a:bodyPr/>
          <a:p>
            <a:r>
              <a:rPr lang="es-CL"/>
              <a:t/>
            </a:r>
          </a:p>
        </p:txBody>
      </p:sp>
    </p:spTree>
  </p:cSld>
</p:sldLayout>
</file>

<file path=ppt/slideLayouts/slideLayout5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11" name="PlaceHolder 1"/>
          <p:cNvSpPr>
            <a:spLocks noGrp="1"/>
          </p:cNvSpPr>
          <p:nvPr>
            <p:ph type="title"/>
          </p:nvPr>
        </p:nvSpPr>
        <p:spPr>
          <a:xfrm>
            <a:off x="457200" y="704160"/>
            <a:ext cx="8229240" cy="1142640"/>
          </a:xfrm>
          <a:prstGeom prst="rect">
            <a:avLst/>
          </a:prstGeom>
          <a:noFill/>
          <a:ln w="0">
            <a:noFill/>
          </a:ln>
        </p:spPr>
        <p:txBody>
          <a:bodyPr lIns="0" rIns="0" tIns="0" bIns="0" anchor="ctr">
            <a:noAutofit/>
          </a:bodyPr>
          <a:p>
            <a:endParaRPr b="0" lang="es-CL" sz="1800" spc="-1" strike="noStrike">
              <a:solidFill>
                <a:srgbClr val="000000"/>
              </a:solidFill>
              <a:latin typeface="Constantia"/>
            </a:endParaRPr>
          </a:p>
        </p:txBody>
      </p:sp>
      <p:sp>
        <p:nvSpPr>
          <p:cNvPr id="212" name="PlaceHolder 2"/>
          <p:cNvSpPr>
            <a:spLocks noGrp="1"/>
          </p:cNvSpPr>
          <p:nvPr>
            <p:ph/>
          </p:nvPr>
        </p:nvSpPr>
        <p:spPr>
          <a:xfrm>
            <a:off x="457200" y="1935360"/>
            <a:ext cx="4015800" cy="209340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213" name="PlaceHolder 3"/>
          <p:cNvSpPr>
            <a:spLocks noGrp="1"/>
          </p:cNvSpPr>
          <p:nvPr>
            <p:ph/>
          </p:nvPr>
        </p:nvSpPr>
        <p:spPr>
          <a:xfrm>
            <a:off x="4674240" y="1935360"/>
            <a:ext cx="4015800" cy="209340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214" name="PlaceHolder 4"/>
          <p:cNvSpPr>
            <a:spLocks noGrp="1"/>
          </p:cNvSpPr>
          <p:nvPr>
            <p:ph/>
          </p:nvPr>
        </p:nvSpPr>
        <p:spPr>
          <a:xfrm>
            <a:off x="457200" y="4228200"/>
            <a:ext cx="8229240" cy="209340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6" name="PlaceHolder 5"/>
          <p:cNvSpPr>
            <a:spLocks noGrp="1"/>
          </p:cNvSpPr>
          <p:nvPr>
            <p:ph type="ftr" idx="14"/>
          </p:nvPr>
        </p:nvSpPr>
        <p:spPr/>
        <p:txBody>
          <a:bodyPr/>
          <a:p>
            <a:r>
              <a:t>Footer</a:t>
            </a:r>
          </a:p>
        </p:txBody>
      </p:sp>
      <p:sp>
        <p:nvSpPr>
          <p:cNvPr id="7" name="PlaceHolder 6"/>
          <p:cNvSpPr>
            <a:spLocks noGrp="1"/>
          </p:cNvSpPr>
          <p:nvPr>
            <p:ph type="sldNum" idx="15"/>
          </p:nvPr>
        </p:nvSpPr>
        <p:spPr/>
        <p:txBody>
          <a:bodyPr/>
          <a:p>
            <a:fld id="{9A954F57-9E90-41DA-BCC0-558CD2D21715}" type="slidenum">
              <a:t>&lt;#&gt;</a:t>
            </a:fld>
          </a:p>
        </p:txBody>
      </p:sp>
      <p:sp>
        <p:nvSpPr>
          <p:cNvPr id="8" name="PlaceHolder 7"/>
          <p:cNvSpPr>
            <a:spLocks noGrp="1"/>
          </p:cNvSpPr>
          <p:nvPr>
            <p:ph type="dt" idx="13"/>
          </p:nvPr>
        </p:nvSpPr>
        <p:spPr/>
        <p:txBody>
          <a:bodyPr/>
          <a:p>
            <a:r>
              <a:rPr lang="es-CL"/>
              <a:t/>
            </a:r>
          </a:p>
        </p:txBody>
      </p:sp>
    </p:spTree>
  </p:cSld>
</p:sldLayout>
</file>

<file path=ppt/slideLayouts/slideLayout5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15" name="PlaceHolder 1"/>
          <p:cNvSpPr>
            <a:spLocks noGrp="1"/>
          </p:cNvSpPr>
          <p:nvPr>
            <p:ph type="title"/>
          </p:nvPr>
        </p:nvSpPr>
        <p:spPr>
          <a:xfrm>
            <a:off x="457200" y="704160"/>
            <a:ext cx="8229240" cy="1142640"/>
          </a:xfrm>
          <a:prstGeom prst="rect">
            <a:avLst/>
          </a:prstGeom>
          <a:noFill/>
          <a:ln w="0">
            <a:noFill/>
          </a:ln>
        </p:spPr>
        <p:txBody>
          <a:bodyPr lIns="0" rIns="0" tIns="0" bIns="0" anchor="ctr">
            <a:noAutofit/>
          </a:bodyPr>
          <a:p>
            <a:endParaRPr b="0" lang="es-CL" sz="1800" spc="-1" strike="noStrike">
              <a:solidFill>
                <a:srgbClr val="000000"/>
              </a:solidFill>
              <a:latin typeface="Constantia"/>
            </a:endParaRPr>
          </a:p>
        </p:txBody>
      </p:sp>
      <p:sp>
        <p:nvSpPr>
          <p:cNvPr id="216" name="PlaceHolder 2"/>
          <p:cNvSpPr>
            <a:spLocks noGrp="1"/>
          </p:cNvSpPr>
          <p:nvPr>
            <p:ph/>
          </p:nvPr>
        </p:nvSpPr>
        <p:spPr>
          <a:xfrm>
            <a:off x="457200" y="1935360"/>
            <a:ext cx="8229240" cy="209340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217" name="PlaceHolder 3"/>
          <p:cNvSpPr>
            <a:spLocks noGrp="1"/>
          </p:cNvSpPr>
          <p:nvPr>
            <p:ph/>
          </p:nvPr>
        </p:nvSpPr>
        <p:spPr>
          <a:xfrm>
            <a:off x="457200" y="4228200"/>
            <a:ext cx="8229240" cy="209340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5" name="PlaceHolder 4"/>
          <p:cNvSpPr>
            <a:spLocks noGrp="1"/>
          </p:cNvSpPr>
          <p:nvPr>
            <p:ph type="ftr" idx="14"/>
          </p:nvPr>
        </p:nvSpPr>
        <p:spPr/>
        <p:txBody>
          <a:bodyPr/>
          <a:p>
            <a:r>
              <a:t>Footer</a:t>
            </a:r>
          </a:p>
        </p:txBody>
      </p:sp>
      <p:sp>
        <p:nvSpPr>
          <p:cNvPr id="6" name="PlaceHolder 5"/>
          <p:cNvSpPr>
            <a:spLocks noGrp="1"/>
          </p:cNvSpPr>
          <p:nvPr>
            <p:ph type="sldNum" idx="15"/>
          </p:nvPr>
        </p:nvSpPr>
        <p:spPr/>
        <p:txBody>
          <a:bodyPr/>
          <a:p>
            <a:fld id="{2EEB5F21-CB78-4375-B33F-98C24C3F4781}" type="slidenum">
              <a:t>&lt;#&gt;</a:t>
            </a:fld>
          </a:p>
        </p:txBody>
      </p:sp>
      <p:sp>
        <p:nvSpPr>
          <p:cNvPr id="7" name="PlaceHolder 6"/>
          <p:cNvSpPr>
            <a:spLocks noGrp="1"/>
          </p:cNvSpPr>
          <p:nvPr>
            <p:ph type="dt" idx="13"/>
          </p:nvPr>
        </p:nvSpPr>
        <p:spPr/>
        <p:txBody>
          <a:bodyPr/>
          <a:p>
            <a:r>
              <a:rPr lang="es-CL"/>
              <a:t/>
            </a:r>
          </a:p>
        </p:txBody>
      </p:sp>
    </p:spTree>
  </p:cSld>
</p:sldLayout>
</file>

<file path=ppt/slideLayouts/slideLayout5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18" name="PlaceHolder 1"/>
          <p:cNvSpPr>
            <a:spLocks noGrp="1"/>
          </p:cNvSpPr>
          <p:nvPr>
            <p:ph type="title"/>
          </p:nvPr>
        </p:nvSpPr>
        <p:spPr>
          <a:xfrm>
            <a:off x="457200" y="704160"/>
            <a:ext cx="8229240" cy="1142640"/>
          </a:xfrm>
          <a:prstGeom prst="rect">
            <a:avLst/>
          </a:prstGeom>
          <a:noFill/>
          <a:ln w="0">
            <a:noFill/>
          </a:ln>
        </p:spPr>
        <p:txBody>
          <a:bodyPr lIns="0" rIns="0" tIns="0" bIns="0" anchor="ctr">
            <a:noAutofit/>
          </a:bodyPr>
          <a:p>
            <a:endParaRPr b="0" lang="es-CL" sz="1800" spc="-1" strike="noStrike">
              <a:solidFill>
                <a:srgbClr val="000000"/>
              </a:solidFill>
              <a:latin typeface="Constantia"/>
            </a:endParaRPr>
          </a:p>
        </p:txBody>
      </p:sp>
      <p:sp>
        <p:nvSpPr>
          <p:cNvPr id="219" name="PlaceHolder 2"/>
          <p:cNvSpPr>
            <a:spLocks noGrp="1"/>
          </p:cNvSpPr>
          <p:nvPr>
            <p:ph/>
          </p:nvPr>
        </p:nvSpPr>
        <p:spPr>
          <a:xfrm>
            <a:off x="457200" y="1935360"/>
            <a:ext cx="4015800" cy="209340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220" name="PlaceHolder 3"/>
          <p:cNvSpPr>
            <a:spLocks noGrp="1"/>
          </p:cNvSpPr>
          <p:nvPr>
            <p:ph/>
          </p:nvPr>
        </p:nvSpPr>
        <p:spPr>
          <a:xfrm>
            <a:off x="4674240" y="1935360"/>
            <a:ext cx="4015800" cy="209340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221" name="PlaceHolder 4"/>
          <p:cNvSpPr>
            <a:spLocks noGrp="1"/>
          </p:cNvSpPr>
          <p:nvPr>
            <p:ph/>
          </p:nvPr>
        </p:nvSpPr>
        <p:spPr>
          <a:xfrm>
            <a:off x="457200" y="4228200"/>
            <a:ext cx="4015800" cy="209340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222" name="PlaceHolder 5"/>
          <p:cNvSpPr>
            <a:spLocks noGrp="1"/>
          </p:cNvSpPr>
          <p:nvPr>
            <p:ph/>
          </p:nvPr>
        </p:nvSpPr>
        <p:spPr>
          <a:xfrm>
            <a:off x="4674240" y="4228200"/>
            <a:ext cx="4015800" cy="209340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7" name="PlaceHolder 6"/>
          <p:cNvSpPr>
            <a:spLocks noGrp="1"/>
          </p:cNvSpPr>
          <p:nvPr>
            <p:ph type="ftr" idx="14"/>
          </p:nvPr>
        </p:nvSpPr>
        <p:spPr/>
        <p:txBody>
          <a:bodyPr/>
          <a:p>
            <a:r>
              <a:t>Footer</a:t>
            </a:r>
          </a:p>
        </p:txBody>
      </p:sp>
      <p:sp>
        <p:nvSpPr>
          <p:cNvPr id="8" name="PlaceHolder 7"/>
          <p:cNvSpPr>
            <a:spLocks noGrp="1"/>
          </p:cNvSpPr>
          <p:nvPr>
            <p:ph type="sldNum" idx="15"/>
          </p:nvPr>
        </p:nvSpPr>
        <p:spPr/>
        <p:txBody>
          <a:bodyPr/>
          <a:p>
            <a:fld id="{6EBB7028-3F05-4520-A3D3-C2A33EE37C11}" type="slidenum">
              <a:t>&lt;#&gt;</a:t>
            </a:fld>
          </a:p>
        </p:txBody>
      </p:sp>
      <p:sp>
        <p:nvSpPr>
          <p:cNvPr id="9" name="PlaceHolder 8"/>
          <p:cNvSpPr>
            <a:spLocks noGrp="1"/>
          </p:cNvSpPr>
          <p:nvPr>
            <p:ph type="dt" idx="13"/>
          </p:nvPr>
        </p:nvSpPr>
        <p:spPr/>
        <p:txBody>
          <a:bodyPr/>
          <a:p>
            <a:r>
              <a:rPr lang="es-CL"/>
              <a:t/>
            </a:r>
          </a:p>
        </p:txBody>
      </p:sp>
    </p:spTree>
  </p:cSld>
</p:sldLayout>
</file>

<file path=ppt/slideLayouts/slideLayout6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223" name="PlaceHolder 1"/>
          <p:cNvSpPr>
            <a:spLocks noGrp="1"/>
          </p:cNvSpPr>
          <p:nvPr>
            <p:ph type="title"/>
          </p:nvPr>
        </p:nvSpPr>
        <p:spPr>
          <a:xfrm>
            <a:off x="457200" y="704160"/>
            <a:ext cx="8229240" cy="1142640"/>
          </a:xfrm>
          <a:prstGeom prst="rect">
            <a:avLst/>
          </a:prstGeom>
          <a:noFill/>
          <a:ln w="0">
            <a:noFill/>
          </a:ln>
        </p:spPr>
        <p:txBody>
          <a:bodyPr lIns="0" rIns="0" tIns="0" bIns="0" anchor="ctr">
            <a:noAutofit/>
          </a:bodyPr>
          <a:p>
            <a:endParaRPr b="0" lang="es-CL" sz="1800" spc="-1" strike="noStrike">
              <a:solidFill>
                <a:srgbClr val="000000"/>
              </a:solidFill>
              <a:latin typeface="Constantia"/>
            </a:endParaRPr>
          </a:p>
        </p:txBody>
      </p:sp>
      <p:sp>
        <p:nvSpPr>
          <p:cNvPr id="224" name="PlaceHolder 2"/>
          <p:cNvSpPr>
            <a:spLocks noGrp="1"/>
          </p:cNvSpPr>
          <p:nvPr>
            <p:ph/>
          </p:nvPr>
        </p:nvSpPr>
        <p:spPr>
          <a:xfrm>
            <a:off x="457200" y="1935360"/>
            <a:ext cx="2649600" cy="209340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225" name="PlaceHolder 3"/>
          <p:cNvSpPr>
            <a:spLocks noGrp="1"/>
          </p:cNvSpPr>
          <p:nvPr>
            <p:ph/>
          </p:nvPr>
        </p:nvSpPr>
        <p:spPr>
          <a:xfrm>
            <a:off x="3239640" y="1935360"/>
            <a:ext cx="2649600" cy="209340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226" name="PlaceHolder 4"/>
          <p:cNvSpPr>
            <a:spLocks noGrp="1"/>
          </p:cNvSpPr>
          <p:nvPr>
            <p:ph/>
          </p:nvPr>
        </p:nvSpPr>
        <p:spPr>
          <a:xfrm>
            <a:off x="6022080" y="1935360"/>
            <a:ext cx="2649600" cy="209340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227" name="PlaceHolder 5"/>
          <p:cNvSpPr>
            <a:spLocks noGrp="1"/>
          </p:cNvSpPr>
          <p:nvPr>
            <p:ph/>
          </p:nvPr>
        </p:nvSpPr>
        <p:spPr>
          <a:xfrm>
            <a:off x="457200" y="4228200"/>
            <a:ext cx="2649600" cy="209340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228" name="PlaceHolder 6"/>
          <p:cNvSpPr>
            <a:spLocks noGrp="1"/>
          </p:cNvSpPr>
          <p:nvPr>
            <p:ph/>
          </p:nvPr>
        </p:nvSpPr>
        <p:spPr>
          <a:xfrm>
            <a:off x="3239640" y="4228200"/>
            <a:ext cx="2649600" cy="209340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229" name="PlaceHolder 7"/>
          <p:cNvSpPr>
            <a:spLocks noGrp="1"/>
          </p:cNvSpPr>
          <p:nvPr>
            <p:ph/>
          </p:nvPr>
        </p:nvSpPr>
        <p:spPr>
          <a:xfrm>
            <a:off x="6022080" y="4228200"/>
            <a:ext cx="2649600" cy="209340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9" name="PlaceHolder 8"/>
          <p:cNvSpPr>
            <a:spLocks noGrp="1"/>
          </p:cNvSpPr>
          <p:nvPr>
            <p:ph type="ftr" idx="14"/>
          </p:nvPr>
        </p:nvSpPr>
        <p:spPr/>
        <p:txBody>
          <a:bodyPr/>
          <a:p>
            <a:r>
              <a:t>Footer</a:t>
            </a:r>
          </a:p>
        </p:txBody>
      </p:sp>
      <p:sp>
        <p:nvSpPr>
          <p:cNvPr id="10" name="PlaceHolder 9"/>
          <p:cNvSpPr>
            <a:spLocks noGrp="1"/>
          </p:cNvSpPr>
          <p:nvPr>
            <p:ph type="sldNum" idx="15"/>
          </p:nvPr>
        </p:nvSpPr>
        <p:spPr/>
        <p:txBody>
          <a:bodyPr/>
          <a:p>
            <a:fld id="{EA962F5E-1219-46A4-9340-5DF47C525561}" type="slidenum">
              <a:t>&lt;#&gt;</a:t>
            </a:fld>
          </a:p>
        </p:txBody>
      </p:sp>
      <p:sp>
        <p:nvSpPr>
          <p:cNvPr id="11" name="PlaceHolder 10"/>
          <p:cNvSpPr>
            <a:spLocks noGrp="1"/>
          </p:cNvSpPr>
          <p:nvPr>
            <p:ph type="dt" idx="13"/>
          </p:nvPr>
        </p:nvSpPr>
        <p:spPr/>
        <p:txBody>
          <a:bodyPr/>
          <a:p>
            <a:r>
              <a:rPr lang="es-CL"/>
              <a:t/>
            </a:r>
          </a:p>
        </p:txBody>
      </p:sp>
    </p:spTree>
  </p:cSld>
</p:sldLayout>
</file>

<file path=ppt/slideLayouts/slideLayout6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7"/>
          </p:nvPr>
        </p:nvSpPr>
        <p:spPr/>
        <p:txBody>
          <a:bodyPr/>
          <a:p>
            <a:r>
              <a:t>Footer</a:t>
            </a:r>
          </a:p>
        </p:txBody>
      </p:sp>
      <p:sp>
        <p:nvSpPr>
          <p:cNvPr id="3" name="PlaceHolder 2"/>
          <p:cNvSpPr>
            <a:spLocks noGrp="1"/>
          </p:cNvSpPr>
          <p:nvPr>
            <p:ph type="sldNum" idx="18"/>
          </p:nvPr>
        </p:nvSpPr>
        <p:spPr/>
        <p:txBody>
          <a:bodyPr/>
          <a:p>
            <a:fld id="{7623EB9F-F293-47B8-948C-9CEF7C416746}" type="slidenum">
              <a:t>&lt;#&gt;</a:t>
            </a:fld>
          </a:p>
        </p:txBody>
      </p:sp>
      <p:sp>
        <p:nvSpPr>
          <p:cNvPr id="4" name="PlaceHolder 3"/>
          <p:cNvSpPr>
            <a:spLocks noGrp="1"/>
          </p:cNvSpPr>
          <p:nvPr>
            <p:ph type="dt" idx="16"/>
          </p:nvPr>
        </p:nvSpPr>
        <p:spPr/>
        <p:txBody>
          <a:bodyPr/>
          <a:p>
            <a:r>
              <a:rPr lang="es-CL"/>
              <a:t/>
            </a:r>
          </a:p>
        </p:txBody>
      </p:sp>
    </p:spTree>
  </p:cSld>
</p:sldLayout>
</file>

<file path=ppt/slideLayouts/slideLayout6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40" name="PlaceHolder 1"/>
          <p:cNvSpPr>
            <a:spLocks noGrp="1"/>
          </p:cNvSpPr>
          <p:nvPr>
            <p:ph type="title"/>
          </p:nvPr>
        </p:nvSpPr>
        <p:spPr>
          <a:xfrm>
            <a:off x="457200" y="704160"/>
            <a:ext cx="8229240" cy="1142640"/>
          </a:xfrm>
          <a:prstGeom prst="rect">
            <a:avLst/>
          </a:prstGeom>
          <a:noFill/>
          <a:ln w="0">
            <a:noFill/>
          </a:ln>
        </p:spPr>
        <p:txBody>
          <a:bodyPr lIns="0" rIns="0" tIns="0" bIns="0" anchor="ctr">
            <a:noAutofit/>
          </a:bodyPr>
          <a:p>
            <a:endParaRPr b="0" lang="es-CL" sz="1800" spc="-1" strike="noStrike">
              <a:solidFill>
                <a:srgbClr val="000000"/>
              </a:solidFill>
              <a:latin typeface="Constantia"/>
            </a:endParaRPr>
          </a:p>
        </p:txBody>
      </p:sp>
      <p:sp>
        <p:nvSpPr>
          <p:cNvPr id="241" name="PlaceHolder 2"/>
          <p:cNvSpPr>
            <a:spLocks noGrp="1"/>
          </p:cNvSpPr>
          <p:nvPr>
            <p:ph type="subTitle"/>
          </p:nvPr>
        </p:nvSpPr>
        <p:spPr>
          <a:xfrm>
            <a:off x="457200" y="1935360"/>
            <a:ext cx="8229240" cy="4388760"/>
          </a:xfrm>
          <a:prstGeom prst="rect">
            <a:avLst/>
          </a:prstGeom>
          <a:noFill/>
          <a:ln w="0">
            <a:noFill/>
          </a:ln>
        </p:spPr>
        <p:txBody>
          <a:bodyPr lIns="0" rIns="0" tIns="0" bIns="0" anchor="ctr">
            <a:noAutofit/>
          </a:bodyPr>
          <a:p>
            <a:pPr algn="ctr">
              <a:buNone/>
            </a:pPr>
            <a:endParaRPr b="0" lang="es-CL" sz="3200" spc="-1" strike="noStrike">
              <a:latin typeface="Arial"/>
            </a:endParaRPr>
          </a:p>
        </p:txBody>
      </p:sp>
      <p:sp>
        <p:nvSpPr>
          <p:cNvPr id="4" name="PlaceHolder 3"/>
          <p:cNvSpPr>
            <a:spLocks noGrp="1"/>
          </p:cNvSpPr>
          <p:nvPr>
            <p:ph type="ftr" idx="17"/>
          </p:nvPr>
        </p:nvSpPr>
        <p:spPr/>
        <p:txBody>
          <a:bodyPr/>
          <a:p>
            <a:r>
              <a:t>Footer</a:t>
            </a:r>
          </a:p>
        </p:txBody>
      </p:sp>
      <p:sp>
        <p:nvSpPr>
          <p:cNvPr id="5" name="PlaceHolder 4"/>
          <p:cNvSpPr>
            <a:spLocks noGrp="1"/>
          </p:cNvSpPr>
          <p:nvPr>
            <p:ph type="sldNum" idx="18"/>
          </p:nvPr>
        </p:nvSpPr>
        <p:spPr/>
        <p:txBody>
          <a:bodyPr/>
          <a:p>
            <a:fld id="{AA7B2DAE-A8CE-4371-8718-0028984D67FF}" type="slidenum">
              <a:t>&lt;#&gt;</a:t>
            </a:fld>
          </a:p>
        </p:txBody>
      </p:sp>
      <p:sp>
        <p:nvSpPr>
          <p:cNvPr id="6" name="PlaceHolder 5"/>
          <p:cNvSpPr>
            <a:spLocks noGrp="1"/>
          </p:cNvSpPr>
          <p:nvPr>
            <p:ph type="dt" idx="16"/>
          </p:nvPr>
        </p:nvSpPr>
        <p:spPr/>
        <p:txBody>
          <a:bodyPr/>
          <a:p>
            <a:r>
              <a:rPr lang="es-CL"/>
              <a:t/>
            </a:r>
          </a:p>
        </p:txBody>
      </p:sp>
    </p:spTree>
  </p:cSld>
</p:sldLayout>
</file>

<file path=ppt/slideLayouts/slideLayout6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242" name="PlaceHolder 1"/>
          <p:cNvSpPr>
            <a:spLocks noGrp="1"/>
          </p:cNvSpPr>
          <p:nvPr>
            <p:ph type="title"/>
          </p:nvPr>
        </p:nvSpPr>
        <p:spPr>
          <a:xfrm>
            <a:off x="457200" y="704160"/>
            <a:ext cx="8229240" cy="1142640"/>
          </a:xfrm>
          <a:prstGeom prst="rect">
            <a:avLst/>
          </a:prstGeom>
          <a:noFill/>
          <a:ln w="0">
            <a:noFill/>
          </a:ln>
        </p:spPr>
        <p:txBody>
          <a:bodyPr lIns="0" rIns="0" tIns="0" bIns="0" anchor="ctr">
            <a:noAutofit/>
          </a:bodyPr>
          <a:p>
            <a:endParaRPr b="0" lang="es-CL" sz="1800" spc="-1" strike="noStrike">
              <a:solidFill>
                <a:srgbClr val="000000"/>
              </a:solidFill>
              <a:latin typeface="Constantia"/>
            </a:endParaRPr>
          </a:p>
        </p:txBody>
      </p:sp>
      <p:sp>
        <p:nvSpPr>
          <p:cNvPr id="243" name="PlaceHolder 2"/>
          <p:cNvSpPr>
            <a:spLocks noGrp="1"/>
          </p:cNvSpPr>
          <p:nvPr>
            <p:ph/>
          </p:nvPr>
        </p:nvSpPr>
        <p:spPr>
          <a:xfrm>
            <a:off x="457200" y="1935360"/>
            <a:ext cx="8229240" cy="438876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4" name="PlaceHolder 3"/>
          <p:cNvSpPr>
            <a:spLocks noGrp="1"/>
          </p:cNvSpPr>
          <p:nvPr>
            <p:ph type="ftr" idx="17"/>
          </p:nvPr>
        </p:nvSpPr>
        <p:spPr/>
        <p:txBody>
          <a:bodyPr/>
          <a:p>
            <a:r>
              <a:t>Footer</a:t>
            </a:r>
          </a:p>
        </p:txBody>
      </p:sp>
      <p:sp>
        <p:nvSpPr>
          <p:cNvPr id="5" name="PlaceHolder 4"/>
          <p:cNvSpPr>
            <a:spLocks noGrp="1"/>
          </p:cNvSpPr>
          <p:nvPr>
            <p:ph type="sldNum" idx="18"/>
          </p:nvPr>
        </p:nvSpPr>
        <p:spPr/>
        <p:txBody>
          <a:bodyPr/>
          <a:p>
            <a:fld id="{8495A931-A82A-4209-9C58-9E6BCA8FB8BA}" type="slidenum">
              <a:t>&lt;#&gt;</a:t>
            </a:fld>
          </a:p>
        </p:txBody>
      </p:sp>
      <p:sp>
        <p:nvSpPr>
          <p:cNvPr id="6" name="PlaceHolder 5"/>
          <p:cNvSpPr>
            <a:spLocks noGrp="1"/>
          </p:cNvSpPr>
          <p:nvPr>
            <p:ph type="dt" idx="16"/>
          </p:nvPr>
        </p:nvSpPr>
        <p:spPr/>
        <p:txBody>
          <a:bodyPr/>
          <a:p>
            <a:r>
              <a:rPr lang="es-CL"/>
              <a:t/>
            </a:r>
          </a:p>
        </p:txBody>
      </p:sp>
    </p:spTree>
  </p:cSld>
</p:sldLayout>
</file>

<file path=ppt/slideLayouts/slideLayout6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244" name="PlaceHolder 1"/>
          <p:cNvSpPr>
            <a:spLocks noGrp="1"/>
          </p:cNvSpPr>
          <p:nvPr>
            <p:ph type="title"/>
          </p:nvPr>
        </p:nvSpPr>
        <p:spPr>
          <a:xfrm>
            <a:off x="457200" y="704160"/>
            <a:ext cx="8229240" cy="1142640"/>
          </a:xfrm>
          <a:prstGeom prst="rect">
            <a:avLst/>
          </a:prstGeom>
          <a:noFill/>
          <a:ln w="0">
            <a:noFill/>
          </a:ln>
        </p:spPr>
        <p:txBody>
          <a:bodyPr lIns="0" rIns="0" tIns="0" bIns="0" anchor="ctr">
            <a:noAutofit/>
          </a:bodyPr>
          <a:p>
            <a:endParaRPr b="0" lang="es-CL" sz="1800" spc="-1" strike="noStrike">
              <a:solidFill>
                <a:srgbClr val="000000"/>
              </a:solidFill>
              <a:latin typeface="Constantia"/>
            </a:endParaRPr>
          </a:p>
        </p:txBody>
      </p:sp>
      <p:sp>
        <p:nvSpPr>
          <p:cNvPr id="245" name="PlaceHolder 2"/>
          <p:cNvSpPr>
            <a:spLocks noGrp="1"/>
          </p:cNvSpPr>
          <p:nvPr>
            <p:ph/>
          </p:nvPr>
        </p:nvSpPr>
        <p:spPr>
          <a:xfrm>
            <a:off x="457200" y="1935360"/>
            <a:ext cx="4015800" cy="438876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246" name="PlaceHolder 3"/>
          <p:cNvSpPr>
            <a:spLocks noGrp="1"/>
          </p:cNvSpPr>
          <p:nvPr>
            <p:ph/>
          </p:nvPr>
        </p:nvSpPr>
        <p:spPr>
          <a:xfrm>
            <a:off x="4674240" y="1935360"/>
            <a:ext cx="4015800" cy="438876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5" name="PlaceHolder 4"/>
          <p:cNvSpPr>
            <a:spLocks noGrp="1"/>
          </p:cNvSpPr>
          <p:nvPr>
            <p:ph type="ftr" idx="17"/>
          </p:nvPr>
        </p:nvSpPr>
        <p:spPr/>
        <p:txBody>
          <a:bodyPr/>
          <a:p>
            <a:r>
              <a:t>Footer</a:t>
            </a:r>
          </a:p>
        </p:txBody>
      </p:sp>
      <p:sp>
        <p:nvSpPr>
          <p:cNvPr id="6" name="PlaceHolder 5"/>
          <p:cNvSpPr>
            <a:spLocks noGrp="1"/>
          </p:cNvSpPr>
          <p:nvPr>
            <p:ph type="sldNum" idx="18"/>
          </p:nvPr>
        </p:nvSpPr>
        <p:spPr/>
        <p:txBody>
          <a:bodyPr/>
          <a:p>
            <a:fld id="{59ACB68A-42DD-4F18-B9EA-2EE4FF5AD3B2}" type="slidenum">
              <a:t>&lt;#&gt;</a:t>
            </a:fld>
          </a:p>
        </p:txBody>
      </p:sp>
      <p:sp>
        <p:nvSpPr>
          <p:cNvPr id="7" name="PlaceHolder 6"/>
          <p:cNvSpPr>
            <a:spLocks noGrp="1"/>
          </p:cNvSpPr>
          <p:nvPr>
            <p:ph type="dt" idx="16"/>
          </p:nvPr>
        </p:nvSpPr>
        <p:spPr/>
        <p:txBody>
          <a:bodyPr/>
          <a:p>
            <a:r>
              <a:rPr lang="es-CL"/>
              <a:t/>
            </a:r>
          </a:p>
        </p:txBody>
      </p:sp>
    </p:spTree>
  </p:cSld>
</p:sldLayout>
</file>

<file path=ppt/slideLayouts/slideLayout6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247" name="PlaceHolder 1"/>
          <p:cNvSpPr>
            <a:spLocks noGrp="1"/>
          </p:cNvSpPr>
          <p:nvPr>
            <p:ph type="title"/>
          </p:nvPr>
        </p:nvSpPr>
        <p:spPr>
          <a:xfrm>
            <a:off x="457200" y="704160"/>
            <a:ext cx="8229240" cy="1142640"/>
          </a:xfrm>
          <a:prstGeom prst="rect">
            <a:avLst/>
          </a:prstGeom>
          <a:noFill/>
          <a:ln w="0">
            <a:noFill/>
          </a:ln>
        </p:spPr>
        <p:txBody>
          <a:bodyPr lIns="0" rIns="0" tIns="0" bIns="0" anchor="ctr">
            <a:noAutofit/>
          </a:bodyPr>
          <a:p>
            <a:endParaRPr b="0" lang="es-CL" sz="1800" spc="-1" strike="noStrike">
              <a:solidFill>
                <a:srgbClr val="000000"/>
              </a:solidFill>
              <a:latin typeface="Constantia"/>
            </a:endParaRPr>
          </a:p>
        </p:txBody>
      </p:sp>
      <p:sp>
        <p:nvSpPr>
          <p:cNvPr id="3" name="PlaceHolder 2"/>
          <p:cNvSpPr>
            <a:spLocks noGrp="1"/>
          </p:cNvSpPr>
          <p:nvPr>
            <p:ph type="ftr" idx="17"/>
          </p:nvPr>
        </p:nvSpPr>
        <p:spPr/>
        <p:txBody>
          <a:bodyPr/>
          <a:p>
            <a:r>
              <a:t>Footer</a:t>
            </a:r>
          </a:p>
        </p:txBody>
      </p:sp>
      <p:sp>
        <p:nvSpPr>
          <p:cNvPr id="4" name="PlaceHolder 3"/>
          <p:cNvSpPr>
            <a:spLocks noGrp="1"/>
          </p:cNvSpPr>
          <p:nvPr>
            <p:ph type="sldNum" idx="18"/>
          </p:nvPr>
        </p:nvSpPr>
        <p:spPr/>
        <p:txBody>
          <a:bodyPr/>
          <a:p>
            <a:fld id="{DB3D378D-D582-4128-80A3-A0C671A40BF3}" type="slidenum">
              <a:t>&lt;#&gt;</a:t>
            </a:fld>
          </a:p>
        </p:txBody>
      </p:sp>
      <p:sp>
        <p:nvSpPr>
          <p:cNvPr id="5" name="PlaceHolder 4"/>
          <p:cNvSpPr>
            <a:spLocks noGrp="1"/>
          </p:cNvSpPr>
          <p:nvPr>
            <p:ph type="dt" idx="16"/>
          </p:nvPr>
        </p:nvSpPr>
        <p:spPr/>
        <p:txBody>
          <a:bodyPr/>
          <a:p>
            <a:r>
              <a:rPr lang="es-CL"/>
              <a:t/>
            </a:r>
          </a:p>
        </p:txBody>
      </p:sp>
    </p:spTree>
  </p:cSld>
</p:sldLayout>
</file>

<file path=ppt/slideLayouts/slideLayout6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248" name="PlaceHolder 1"/>
          <p:cNvSpPr>
            <a:spLocks noGrp="1"/>
          </p:cNvSpPr>
          <p:nvPr>
            <p:ph type="subTitle"/>
          </p:nvPr>
        </p:nvSpPr>
        <p:spPr>
          <a:xfrm>
            <a:off x="457200" y="704160"/>
            <a:ext cx="8229240" cy="5297760"/>
          </a:xfrm>
          <a:prstGeom prst="rect">
            <a:avLst/>
          </a:prstGeom>
          <a:noFill/>
          <a:ln w="0">
            <a:noFill/>
          </a:ln>
        </p:spPr>
        <p:txBody>
          <a:bodyPr lIns="0" rIns="0" tIns="0" bIns="0" anchor="ctr">
            <a:noAutofit/>
          </a:bodyPr>
          <a:p>
            <a:pPr algn="ctr">
              <a:buNone/>
            </a:pPr>
            <a:endParaRPr b="0" lang="es-CL" sz="3200" spc="-1" strike="noStrike">
              <a:latin typeface="Arial"/>
            </a:endParaRPr>
          </a:p>
        </p:txBody>
      </p:sp>
      <p:sp>
        <p:nvSpPr>
          <p:cNvPr id="3" name="PlaceHolder 2"/>
          <p:cNvSpPr>
            <a:spLocks noGrp="1"/>
          </p:cNvSpPr>
          <p:nvPr>
            <p:ph type="ftr" idx="17"/>
          </p:nvPr>
        </p:nvSpPr>
        <p:spPr/>
        <p:txBody>
          <a:bodyPr/>
          <a:p>
            <a:r>
              <a:t>Footer</a:t>
            </a:r>
          </a:p>
        </p:txBody>
      </p:sp>
      <p:sp>
        <p:nvSpPr>
          <p:cNvPr id="4" name="PlaceHolder 3"/>
          <p:cNvSpPr>
            <a:spLocks noGrp="1"/>
          </p:cNvSpPr>
          <p:nvPr>
            <p:ph type="sldNum" idx="18"/>
          </p:nvPr>
        </p:nvSpPr>
        <p:spPr/>
        <p:txBody>
          <a:bodyPr/>
          <a:p>
            <a:fld id="{E32422FA-0019-4302-AD5E-1750F0B5D39E}" type="slidenum">
              <a:t>&lt;#&gt;</a:t>
            </a:fld>
          </a:p>
        </p:txBody>
      </p:sp>
      <p:sp>
        <p:nvSpPr>
          <p:cNvPr id="5" name="PlaceHolder 4"/>
          <p:cNvSpPr>
            <a:spLocks noGrp="1"/>
          </p:cNvSpPr>
          <p:nvPr>
            <p:ph type="dt" idx="16"/>
          </p:nvPr>
        </p:nvSpPr>
        <p:spPr/>
        <p:txBody>
          <a:bodyPr/>
          <a:p>
            <a:r>
              <a:rPr lang="es-CL"/>
              <a:t/>
            </a:r>
          </a:p>
        </p:txBody>
      </p:sp>
    </p:spTree>
  </p:cSld>
</p:sldLayout>
</file>

<file path=ppt/slideLayouts/slideLayout6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249" name="PlaceHolder 1"/>
          <p:cNvSpPr>
            <a:spLocks noGrp="1"/>
          </p:cNvSpPr>
          <p:nvPr>
            <p:ph type="title"/>
          </p:nvPr>
        </p:nvSpPr>
        <p:spPr>
          <a:xfrm>
            <a:off x="457200" y="704160"/>
            <a:ext cx="8229240" cy="1142640"/>
          </a:xfrm>
          <a:prstGeom prst="rect">
            <a:avLst/>
          </a:prstGeom>
          <a:noFill/>
          <a:ln w="0">
            <a:noFill/>
          </a:ln>
        </p:spPr>
        <p:txBody>
          <a:bodyPr lIns="0" rIns="0" tIns="0" bIns="0" anchor="ctr">
            <a:noAutofit/>
          </a:bodyPr>
          <a:p>
            <a:endParaRPr b="0" lang="es-CL" sz="1800" spc="-1" strike="noStrike">
              <a:solidFill>
                <a:srgbClr val="000000"/>
              </a:solidFill>
              <a:latin typeface="Constantia"/>
            </a:endParaRPr>
          </a:p>
        </p:txBody>
      </p:sp>
      <p:sp>
        <p:nvSpPr>
          <p:cNvPr id="250" name="PlaceHolder 2"/>
          <p:cNvSpPr>
            <a:spLocks noGrp="1"/>
          </p:cNvSpPr>
          <p:nvPr>
            <p:ph/>
          </p:nvPr>
        </p:nvSpPr>
        <p:spPr>
          <a:xfrm>
            <a:off x="457200" y="1935360"/>
            <a:ext cx="4015800" cy="209340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251" name="PlaceHolder 3"/>
          <p:cNvSpPr>
            <a:spLocks noGrp="1"/>
          </p:cNvSpPr>
          <p:nvPr>
            <p:ph/>
          </p:nvPr>
        </p:nvSpPr>
        <p:spPr>
          <a:xfrm>
            <a:off x="4674240" y="1935360"/>
            <a:ext cx="4015800" cy="438876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252" name="PlaceHolder 4"/>
          <p:cNvSpPr>
            <a:spLocks noGrp="1"/>
          </p:cNvSpPr>
          <p:nvPr>
            <p:ph/>
          </p:nvPr>
        </p:nvSpPr>
        <p:spPr>
          <a:xfrm>
            <a:off x="457200" y="4228200"/>
            <a:ext cx="4015800" cy="209340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6" name="PlaceHolder 5"/>
          <p:cNvSpPr>
            <a:spLocks noGrp="1"/>
          </p:cNvSpPr>
          <p:nvPr>
            <p:ph type="ftr" idx="17"/>
          </p:nvPr>
        </p:nvSpPr>
        <p:spPr/>
        <p:txBody>
          <a:bodyPr/>
          <a:p>
            <a:r>
              <a:t>Footer</a:t>
            </a:r>
          </a:p>
        </p:txBody>
      </p:sp>
      <p:sp>
        <p:nvSpPr>
          <p:cNvPr id="7" name="PlaceHolder 6"/>
          <p:cNvSpPr>
            <a:spLocks noGrp="1"/>
          </p:cNvSpPr>
          <p:nvPr>
            <p:ph type="sldNum" idx="18"/>
          </p:nvPr>
        </p:nvSpPr>
        <p:spPr/>
        <p:txBody>
          <a:bodyPr/>
          <a:p>
            <a:fld id="{E25B8E7B-D923-4B85-8398-549ECF635063}" type="slidenum">
              <a:t>&lt;#&gt;</a:t>
            </a:fld>
          </a:p>
        </p:txBody>
      </p:sp>
      <p:sp>
        <p:nvSpPr>
          <p:cNvPr id="8" name="PlaceHolder 7"/>
          <p:cNvSpPr>
            <a:spLocks noGrp="1"/>
          </p:cNvSpPr>
          <p:nvPr>
            <p:ph type="dt" idx="16"/>
          </p:nvPr>
        </p:nvSpPr>
        <p:spPr/>
        <p:txBody>
          <a:bodyPr/>
          <a:p>
            <a:r>
              <a:rPr lang="es-CL"/>
              <a:t/>
            </a:r>
          </a:p>
        </p:txBody>
      </p:sp>
    </p:spTree>
  </p:cSld>
</p:sldLayout>
</file>

<file path=ppt/slideLayouts/slideLayout6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53" name="PlaceHolder 1"/>
          <p:cNvSpPr>
            <a:spLocks noGrp="1"/>
          </p:cNvSpPr>
          <p:nvPr>
            <p:ph type="title"/>
          </p:nvPr>
        </p:nvSpPr>
        <p:spPr>
          <a:xfrm>
            <a:off x="457200" y="704160"/>
            <a:ext cx="8229240" cy="1142640"/>
          </a:xfrm>
          <a:prstGeom prst="rect">
            <a:avLst/>
          </a:prstGeom>
          <a:noFill/>
          <a:ln w="0">
            <a:noFill/>
          </a:ln>
        </p:spPr>
        <p:txBody>
          <a:bodyPr lIns="0" rIns="0" tIns="0" bIns="0" anchor="ctr">
            <a:noAutofit/>
          </a:bodyPr>
          <a:p>
            <a:endParaRPr b="0" lang="es-CL" sz="1800" spc="-1" strike="noStrike">
              <a:solidFill>
                <a:srgbClr val="000000"/>
              </a:solidFill>
              <a:latin typeface="Constantia"/>
            </a:endParaRPr>
          </a:p>
        </p:txBody>
      </p:sp>
      <p:sp>
        <p:nvSpPr>
          <p:cNvPr id="254" name="PlaceHolder 2"/>
          <p:cNvSpPr>
            <a:spLocks noGrp="1"/>
          </p:cNvSpPr>
          <p:nvPr>
            <p:ph/>
          </p:nvPr>
        </p:nvSpPr>
        <p:spPr>
          <a:xfrm>
            <a:off x="457200" y="1935360"/>
            <a:ext cx="4015800" cy="438876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255" name="PlaceHolder 3"/>
          <p:cNvSpPr>
            <a:spLocks noGrp="1"/>
          </p:cNvSpPr>
          <p:nvPr>
            <p:ph/>
          </p:nvPr>
        </p:nvSpPr>
        <p:spPr>
          <a:xfrm>
            <a:off x="4674240" y="1935360"/>
            <a:ext cx="4015800" cy="209340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256" name="PlaceHolder 4"/>
          <p:cNvSpPr>
            <a:spLocks noGrp="1"/>
          </p:cNvSpPr>
          <p:nvPr>
            <p:ph/>
          </p:nvPr>
        </p:nvSpPr>
        <p:spPr>
          <a:xfrm>
            <a:off x="4674240" y="4228200"/>
            <a:ext cx="4015800" cy="209340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6" name="PlaceHolder 5"/>
          <p:cNvSpPr>
            <a:spLocks noGrp="1"/>
          </p:cNvSpPr>
          <p:nvPr>
            <p:ph type="ftr" idx="17"/>
          </p:nvPr>
        </p:nvSpPr>
        <p:spPr/>
        <p:txBody>
          <a:bodyPr/>
          <a:p>
            <a:r>
              <a:t>Footer</a:t>
            </a:r>
          </a:p>
        </p:txBody>
      </p:sp>
      <p:sp>
        <p:nvSpPr>
          <p:cNvPr id="7" name="PlaceHolder 6"/>
          <p:cNvSpPr>
            <a:spLocks noGrp="1"/>
          </p:cNvSpPr>
          <p:nvPr>
            <p:ph type="sldNum" idx="18"/>
          </p:nvPr>
        </p:nvSpPr>
        <p:spPr/>
        <p:txBody>
          <a:bodyPr/>
          <a:p>
            <a:fld id="{D5E37112-AA09-4C4F-B7B1-7E62F3EB9A73}" type="slidenum">
              <a:t>&lt;#&gt;</a:t>
            </a:fld>
          </a:p>
        </p:txBody>
      </p:sp>
      <p:sp>
        <p:nvSpPr>
          <p:cNvPr id="8" name="PlaceHolder 7"/>
          <p:cNvSpPr>
            <a:spLocks noGrp="1"/>
          </p:cNvSpPr>
          <p:nvPr>
            <p:ph type="dt" idx="16"/>
          </p:nvPr>
        </p:nvSpPr>
        <p:spPr/>
        <p:txBody>
          <a:bodyPr/>
          <a:p>
            <a:r>
              <a:rPr lang="es-CL"/>
              <a:t/>
            </a:r>
          </a:p>
        </p:txBody>
      </p:sp>
    </p:spTree>
  </p:cSld>
</p:sldLayout>
</file>

<file path=ppt/slideLayouts/slideLayout6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57" name="PlaceHolder 1"/>
          <p:cNvSpPr>
            <a:spLocks noGrp="1"/>
          </p:cNvSpPr>
          <p:nvPr>
            <p:ph type="title"/>
          </p:nvPr>
        </p:nvSpPr>
        <p:spPr>
          <a:xfrm>
            <a:off x="457200" y="704160"/>
            <a:ext cx="8229240" cy="1142640"/>
          </a:xfrm>
          <a:prstGeom prst="rect">
            <a:avLst/>
          </a:prstGeom>
          <a:noFill/>
          <a:ln w="0">
            <a:noFill/>
          </a:ln>
        </p:spPr>
        <p:txBody>
          <a:bodyPr lIns="0" rIns="0" tIns="0" bIns="0" anchor="ctr">
            <a:noAutofit/>
          </a:bodyPr>
          <a:p>
            <a:endParaRPr b="0" lang="es-CL" sz="1800" spc="-1" strike="noStrike">
              <a:solidFill>
                <a:srgbClr val="000000"/>
              </a:solidFill>
              <a:latin typeface="Constantia"/>
            </a:endParaRPr>
          </a:p>
        </p:txBody>
      </p:sp>
      <p:sp>
        <p:nvSpPr>
          <p:cNvPr id="258" name="PlaceHolder 2"/>
          <p:cNvSpPr>
            <a:spLocks noGrp="1"/>
          </p:cNvSpPr>
          <p:nvPr>
            <p:ph/>
          </p:nvPr>
        </p:nvSpPr>
        <p:spPr>
          <a:xfrm>
            <a:off x="457200" y="1935360"/>
            <a:ext cx="4015800" cy="209340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259" name="PlaceHolder 3"/>
          <p:cNvSpPr>
            <a:spLocks noGrp="1"/>
          </p:cNvSpPr>
          <p:nvPr>
            <p:ph/>
          </p:nvPr>
        </p:nvSpPr>
        <p:spPr>
          <a:xfrm>
            <a:off x="4674240" y="1935360"/>
            <a:ext cx="4015800" cy="209340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260" name="PlaceHolder 4"/>
          <p:cNvSpPr>
            <a:spLocks noGrp="1"/>
          </p:cNvSpPr>
          <p:nvPr>
            <p:ph/>
          </p:nvPr>
        </p:nvSpPr>
        <p:spPr>
          <a:xfrm>
            <a:off x="457200" y="4228200"/>
            <a:ext cx="8229240" cy="209340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6" name="PlaceHolder 5"/>
          <p:cNvSpPr>
            <a:spLocks noGrp="1"/>
          </p:cNvSpPr>
          <p:nvPr>
            <p:ph type="ftr" idx="17"/>
          </p:nvPr>
        </p:nvSpPr>
        <p:spPr/>
        <p:txBody>
          <a:bodyPr/>
          <a:p>
            <a:r>
              <a:t>Footer</a:t>
            </a:r>
          </a:p>
        </p:txBody>
      </p:sp>
      <p:sp>
        <p:nvSpPr>
          <p:cNvPr id="7" name="PlaceHolder 6"/>
          <p:cNvSpPr>
            <a:spLocks noGrp="1"/>
          </p:cNvSpPr>
          <p:nvPr>
            <p:ph type="sldNum" idx="18"/>
          </p:nvPr>
        </p:nvSpPr>
        <p:spPr/>
        <p:txBody>
          <a:bodyPr/>
          <a:p>
            <a:fld id="{BC2AF565-8DF3-4A2F-ACD9-356A99B5E730}" type="slidenum">
              <a:t>&lt;#&gt;</a:t>
            </a:fld>
          </a:p>
        </p:txBody>
      </p:sp>
      <p:sp>
        <p:nvSpPr>
          <p:cNvPr id="8" name="PlaceHolder 7"/>
          <p:cNvSpPr>
            <a:spLocks noGrp="1"/>
          </p:cNvSpPr>
          <p:nvPr>
            <p:ph type="dt" idx="16"/>
          </p:nvPr>
        </p:nvSpPr>
        <p:spPr/>
        <p:txBody>
          <a:bodyPr/>
          <a:p>
            <a:r>
              <a:rPr lang="es-CL"/>
              <a:t/>
            </a:r>
          </a:p>
        </p:txBody>
      </p:sp>
    </p:spTree>
  </p:cSld>
</p:sldLayout>
</file>

<file path=ppt/slideLayouts/slideLayout7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61" name="PlaceHolder 1"/>
          <p:cNvSpPr>
            <a:spLocks noGrp="1"/>
          </p:cNvSpPr>
          <p:nvPr>
            <p:ph type="title"/>
          </p:nvPr>
        </p:nvSpPr>
        <p:spPr>
          <a:xfrm>
            <a:off x="457200" y="704160"/>
            <a:ext cx="8229240" cy="1142640"/>
          </a:xfrm>
          <a:prstGeom prst="rect">
            <a:avLst/>
          </a:prstGeom>
          <a:noFill/>
          <a:ln w="0">
            <a:noFill/>
          </a:ln>
        </p:spPr>
        <p:txBody>
          <a:bodyPr lIns="0" rIns="0" tIns="0" bIns="0" anchor="ctr">
            <a:noAutofit/>
          </a:bodyPr>
          <a:p>
            <a:endParaRPr b="0" lang="es-CL" sz="1800" spc="-1" strike="noStrike">
              <a:solidFill>
                <a:srgbClr val="000000"/>
              </a:solidFill>
              <a:latin typeface="Constantia"/>
            </a:endParaRPr>
          </a:p>
        </p:txBody>
      </p:sp>
      <p:sp>
        <p:nvSpPr>
          <p:cNvPr id="262" name="PlaceHolder 2"/>
          <p:cNvSpPr>
            <a:spLocks noGrp="1"/>
          </p:cNvSpPr>
          <p:nvPr>
            <p:ph/>
          </p:nvPr>
        </p:nvSpPr>
        <p:spPr>
          <a:xfrm>
            <a:off x="457200" y="1935360"/>
            <a:ext cx="8229240" cy="209340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263" name="PlaceHolder 3"/>
          <p:cNvSpPr>
            <a:spLocks noGrp="1"/>
          </p:cNvSpPr>
          <p:nvPr>
            <p:ph/>
          </p:nvPr>
        </p:nvSpPr>
        <p:spPr>
          <a:xfrm>
            <a:off x="457200" y="4228200"/>
            <a:ext cx="8229240" cy="209340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5" name="PlaceHolder 4"/>
          <p:cNvSpPr>
            <a:spLocks noGrp="1"/>
          </p:cNvSpPr>
          <p:nvPr>
            <p:ph type="ftr" idx="17"/>
          </p:nvPr>
        </p:nvSpPr>
        <p:spPr/>
        <p:txBody>
          <a:bodyPr/>
          <a:p>
            <a:r>
              <a:t>Footer</a:t>
            </a:r>
          </a:p>
        </p:txBody>
      </p:sp>
      <p:sp>
        <p:nvSpPr>
          <p:cNvPr id="6" name="PlaceHolder 5"/>
          <p:cNvSpPr>
            <a:spLocks noGrp="1"/>
          </p:cNvSpPr>
          <p:nvPr>
            <p:ph type="sldNum" idx="18"/>
          </p:nvPr>
        </p:nvSpPr>
        <p:spPr/>
        <p:txBody>
          <a:bodyPr/>
          <a:p>
            <a:fld id="{A6EC4303-B7E1-4687-9BD6-9DCB44C51448}" type="slidenum">
              <a:t>&lt;#&gt;</a:t>
            </a:fld>
          </a:p>
        </p:txBody>
      </p:sp>
      <p:sp>
        <p:nvSpPr>
          <p:cNvPr id="7" name="PlaceHolder 6"/>
          <p:cNvSpPr>
            <a:spLocks noGrp="1"/>
          </p:cNvSpPr>
          <p:nvPr>
            <p:ph type="dt" idx="16"/>
          </p:nvPr>
        </p:nvSpPr>
        <p:spPr/>
        <p:txBody>
          <a:bodyPr/>
          <a:p>
            <a:r>
              <a:rPr lang="es-CL"/>
              <a:t/>
            </a:r>
          </a:p>
        </p:txBody>
      </p:sp>
    </p:spTree>
  </p:cSld>
</p:sldLayout>
</file>

<file path=ppt/slideLayouts/slideLayout7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64" name="PlaceHolder 1"/>
          <p:cNvSpPr>
            <a:spLocks noGrp="1"/>
          </p:cNvSpPr>
          <p:nvPr>
            <p:ph type="title"/>
          </p:nvPr>
        </p:nvSpPr>
        <p:spPr>
          <a:xfrm>
            <a:off x="457200" y="704160"/>
            <a:ext cx="8229240" cy="1142640"/>
          </a:xfrm>
          <a:prstGeom prst="rect">
            <a:avLst/>
          </a:prstGeom>
          <a:noFill/>
          <a:ln w="0">
            <a:noFill/>
          </a:ln>
        </p:spPr>
        <p:txBody>
          <a:bodyPr lIns="0" rIns="0" tIns="0" bIns="0" anchor="ctr">
            <a:noAutofit/>
          </a:bodyPr>
          <a:p>
            <a:endParaRPr b="0" lang="es-CL" sz="1800" spc="-1" strike="noStrike">
              <a:solidFill>
                <a:srgbClr val="000000"/>
              </a:solidFill>
              <a:latin typeface="Constantia"/>
            </a:endParaRPr>
          </a:p>
        </p:txBody>
      </p:sp>
      <p:sp>
        <p:nvSpPr>
          <p:cNvPr id="265" name="PlaceHolder 2"/>
          <p:cNvSpPr>
            <a:spLocks noGrp="1"/>
          </p:cNvSpPr>
          <p:nvPr>
            <p:ph/>
          </p:nvPr>
        </p:nvSpPr>
        <p:spPr>
          <a:xfrm>
            <a:off x="457200" y="1935360"/>
            <a:ext cx="4015800" cy="209340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266" name="PlaceHolder 3"/>
          <p:cNvSpPr>
            <a:spLocks noGrp="1"/>
          </p:cNvSpPr>
          <p:nvPr>
            <p:ph/>
          </p:nvPr>
        </p:nvSpPr>
        <p:spPr>
          <a:xfrm>
            <a:off x="4674240" y="1935360"/>
            <a:ext cx="4015800" cy="209340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267" name="PlaceHolder 4"/>
          <p:cNvSpPr>
            <a:spLocks noGrp="1"/>
          </p:cNvSpPr>
          <p:nvPr>
            <p:ph/>
          </p:nvPr>
        </p:nvSpPr>
        <p:spPr>
          <a:xfrm>
            <a:off x="457200" y="4228200"/>
            <a:ext cx="4015800" cy="209340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268" name="PlaceHolder 5"/>
          <p:cNvSpPr>
            <a:spLocks noGrp="1"/>
          </p:cNvSpPr>
          <p:nvPr>
            <p:ph/>
          </p:nvPr>
        </p:nvSpPr>
        <p:spPr>
          <a:xfrm>
            <a:off x="4674240" y="4228200"/>
            <a:ext cx="4015800" cy="209340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7" name="PlaceHolder 6"/>
          <p:cNvSpPr>
            <a:spLocks noGrp="1"/>
          </p:cNvSpPr>
          <p:nvPr>
            <p:ph type="ftr" idx="17"/>
          </p:nvPr>
        </p:nvSpPr>
        <p:spPr/>
        <p:txBody>
          <a:bodyPr/>
          <a:p>
            <a:r>
              <a:t>Footer</a:t>
            </a:r>
          </a:p>
        </p:txBody>
      </p:sp>
      <p:sp>
        <p:nvSpPr>
          <p:cNvPr id="8" name="PlaceHolder 7"/>
          <p:cNvSpPr>
            <a:spLocks noGrp="1"/>
          </p:cNvSpPr>
          <p:nvPr>
            <p:ph type="sldNum" idx="18"/>
          </p:nvPr>
        </p:nvSpPr>
        <p:spPr/>
        <p:txBody>
          <a:bodyPr/>
          <a:p>
            <a:fld id="{DAE69848-9790-4077-87AE-E9FD7B3A7F33}" type="slidenum">
              <a:t>&lt;#&gt;</a:t>
            </a:fld>
          </a:p>
        </p:txBody>
      </p:sp>
      <p:sp>
        <p:nvSpPr>
          <p:cNvPr id="9" name="PlaceHolder 8"/>
          <p:cNvSpPr>
            <a:spLocks noGrp="1"/>
          </p:cNvSpPr>
          <p:nvPr>
            <p:ph type="dt" idx="16"/>
          </p:nvPr>
        </p:nvSpPr>
        <p:spPr/>
        <p:txBody>
          <a:bodyPr/>
          <a:p>
            <a:r>
              <a:rPr lang="es-CL"/>
              <a:t/>
            </a:r>
          </a:p>
        </p:txBody>
      </p:sp>
    </p:spTree>
  </p:cSld>
</p:sldLayout>
</file>

<file path=ppt/slideLayouts/slideLayout7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269" name="PlaceHolder 1"/>
          <p:cNvSpPr>
            <a:spLocks noGrp="1"/>
          </p:cNvSpPr>
          <p:nvPr>
            <p:ph type="title"/>
          </p:nvPr>
        </p:nvSpPr>
        <p:spPr>
          <a:xfrm>
            <a:off x="457200" y="704160"/>
            <a:ext cx="8229240" cy="1142640"/>
          </a:xfrm>
          <a:prstGeom prst="rect">
            <a:avLst/>
          </a:prstGeom>
          <a:noFill/>
          <a:ln w="0">
            <a:noFill/>
          </a:ln>
        </p:spPr>
        <p:txBody>
          <a:bodyPr lIns="0" rIns="0" tIns="0" bIns="0" anchor="ctr">
            <a:noAutofit/>
          </a:bodyPr>
          <a:p>
            <a:endParaRPr b="0" lang="es-CL" sz="1800" spc="-1" strike="noStrike">
              <a:solidFill>
                <a:srgbClr val="000000"/>
              </a:solidFill>
              <a:latin typeface="Constantia"/>
            </a:endParaRPr>
          </a:p>
        </p:txBody>
      </p:sp>
      <p:sp>
        <p:nvSpPr>
          <p:cNvPr id="270" name="PlaceHolder 2"/>
          <p:cNvSpPr>
            <a:spLocks noGrp="1"/>
          </p:cNvSpPr>
          <p:nvPr>
            <p:ph/>
          </p:nvPr>
        </p:nvSpPr>
        <p:spPr>
          <a:xfrm>
            <a:off x="457200" y="1935360"/>
            <a:ext cx="2649600" cy="209340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271" name="PlaceHolder 3"/>
          <p:cNvSpPr>
            <a:spLocks noGrp="1"/>
          </p:cNvSpPr>
          <p:nvPr>
            <p:ph/>
          </p:nvPr>
        </p:nvSpPr>
        <p:spPr>
          <a:xfrm>
            <a:off x="3239640" y="1935360"/>
            <a:ext cx="2649600" cy="209340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272" name="PlaceHolder 4"/>
          <p:cNvSpPr>
            <a:spLocks noGrp="1"/>
          </p:cNvSpPr>
          <p:nvPr>
            <p:ph/>
          </p:nvPr>
        </p:nvSpPr>
        <p:spPr>
          <a:xfrm>
            <a:off x="6022080" y="1935360"/>
            <a:ext cx="2649600" cy="209340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273" name="PlaceHolder 5"/>
          <p:cNvSpPr>
            <a:spLocks noGrp="1"/>
          </p:cNvSpPr>
          <p:nvPr>
            <p:ph/>
          </p:nvPr>
        </p:nvSpPr>
        <p:spPr>
          <a:xfrm>
            <a:off x="457200" y="4228200"/>
            <a:ext cx="2649600" cy="209340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274" name="PlaceHolder 6"/>
          <p:cNvSpPr>
            <a:spLocks noGrp="1"/>
          </p:cNvSpPr>
          <p:nvPr>
            <p:ph/>
          </p:nvPr>
        </p:nvSpPr>
        <p:spPr>
          <a:xfrm>
            <a:off x="3239640" y="4228200"/>
            <a:ext cx="2649600" cy="209340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275" name="PlaceHolder 7"/>
          <p:cNvSpPr>
            <a:spLocks noGrp="1"/>
          </p:cNvSpPr>
          <p:nvPr>
            <p:ph/>
          </p:nvPr>
        </p:nvSpPr>
        <p:spPr>
          <a:xfrm>
            <a:off x="6022080" y="4228200"/>
            <a:ext cx="2649600" cy="2093400"/>
          </a:xfrm>
          <a:prstGeom prst="rect">
            <a:avLst/>
          </a:prstGeom>
          <a:noFill/>
          <a:ln w="0">
            <a:noFill/>
          </a:ln>
        </p:spPr>
        <p:txBody>
          <a:bodyPr lIns="0" rIns="0" tIns="0" bIns="0" anchor="t">
            <a:normAutofit/>
          </a:bodyPr>
          <a:p>
            <a:endParaRPr b="0" lang="es-CL" sz="2600" spc="-1" strike="noStrike">
              <a:solidFill>
                <a:srgbClr val="000000"/>
              </a:solidFill>
              <a:latin typeface="Constantia"/>
            </a:endParaRPr>
          </a:p>
        </p:txBody>
      </p:sp>
      <p:sp>
        <p:nvSpPr>
          <p:cNvPr id="9" name="PlaceHolder 8"/>
          <p:cNvSpPr>
            <a:spLocks noGrp="1"/>
          </p:cNvSpPr>
          <p:nvPr>
            <p:ph type="ftr" idx="17"/>
          </p:nvPr>
        </p:nvSpPr>
        <p:spPr/>
        <p:txBody>
          <a:bodyPr/>
          <a:p>
            <a:r>
              <a:t>Footer</a:t>
            </a:r>
          </a:p>
        </p:txBody>
      </p:sp>
      <p:sp>
        <p:nvSpPr>
          <p:cNvPr id="10" name="PlaceHolder 9"/>
          <p:cNvSpPr>
            <a:spLocks noGrp="1"/>
          </p:cNvSpPr>
          <p:nvPr>
            <p:ph type="sldNum" idx="18"/>
          </p:nvPr>
        </p:nvSpPr>
        <p:spPr/>
        <p:txBody>
          <a:bodyPr/>
          <a:p>
            <a:fld id="{C9A4C06A-96C6-4306-B902-B5E95EFF98ED}" type="slidenum">
              <a:t>&lt;#&gt;</a:t>
            </a:fld>
          </a:p>
        </p:txBody>
      </p:sp>
      <p:sp>
        <p:nvSpPr>
          <p:cNvPr id="11" name="PlaceHolder 10"/>
          <p:cNvSpPr>
            <a:spLocks noGrp="1"/>
          </p:cNvSpPr>
          <p:nvPr>
            <p:ph type="dt" idx="16"/>
          </p:nvPr>
        </p:nvSpPr>
        <p:spPr/>
        <p:txBody>
          <a:bodyPr/>
          <a:p>
            <a:r>
              <a:rPr lang="es-CL"/>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1.png"/><Relationship Id="rId3" Type="http://schemas.openxmlformats.org/officeDocument/2006/relationships/slideLayout" Target="../slideLayouts/slideLayout13.xml"/><Relationship Id="rId4" Type="http://schemas.openxmlformats.org/officeDocument/2006/relationships/slideLayout" Target="../slideLayouts/slideLayout14.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 Id="rId9" Type="http://schemas.openxmlformats.org/officeDocument/2006/relationships/slideLayout" Target="../slideLayouts/slideLayout19.xml"/><Relationship Id="rId10" Type="http://schemas.openxmlformats.org/officeDocument/2006/relationships/slideLayout" Target="../slideLayouts/slideLayout20.xml"/><Relationship Id="rId11" Type="http://schemas.openxmlformats.org/officeDocument/2006/relationships/slideLayout" Target="../slideLayouts/slideLayout21.xml"/><Relationship Id="rId12" Type="http://schemas.openxmlformats.org/officeDocument/2006/relationships/slideLayout" Target="../slideLayouts/slideLayout22.xml"/><Relationship Id="rId13" Type="http://schemas.openxmlformats.org/officeDocument/2006/relationships/slideLayout" Target="../slideLayouts/slideLayout23.xml"/><Relationship Id="rId14" Type="http://schemas.openxmlformats.org/officeDocument/2006/relationships/slideLayout" Target="../slideLayouts/slideLayout24.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2.png"/><Relationship Id="rId3" Type="http://schemas.openxmlformats.org/officeDocument/2006/relationships/slideLayout" Target="../slideLayouts/slideLayout25.xml"/><Relationship Id="rId4" Type="http://schemas.openxmlformats.org/officeDocument/2006/relationships/slideLayout" Target="../slideLayouts/slideLayout26.xml"/><Relationship Id="rId5" Type="http://schemas.openxmlformats.org/officeDocument/2006/relationships/slideLayout" Target="../slideLayouts/slideLayout27.xml"/><Relationship Id="rId6" Type="http://schemas.openxmlformats.org/officeDocument/2006/relationships/slideLayout" Target="../slideLayouts/slideLayout28.xml"/><Relationship Id="rId7" Type="http://schemas.openxmlformats.org/officeDocument/2006/relationships/slideLayout" Target="../slideLayouts/slideLayout29.xml"/><Relationship Id="rId8" Type="http://schemas.openxmlformats.org/officeDocument/2006/relationships/slideLayout" Target="../slideLayouts/slideLayout30.xml"/><Relationship Id="rId9" Type="http://schemas.openxmlformats.org/officeDocument/2006/relationships/slideLayout" Target="../slideLayouts/slideLayout31.xml"/><Relationship Id="rId10" Type="http://schemas.openxmlformats.org/officeDocument/2006/relationships/slideLayout" Target="../slideLayouts/slideLayout32.xml"/><Relationship Id="rId11" Type="http://schemas.openxmlformats.org/officeDocument/2006/relationships/slideLayout" Target="../slideLayouts/slideLayout33.xml"/><Relationship Id="rId12" Type="http://schemas.openxmlformats.org/officeDocument/2006/relationships/slideLayout" Target="../slideLayouts/slideLayout34.xml"/><Relationship Id="rId13" Type="http://schemas.openxmlformats.org/officeDocument/2006/relationships/slideLayout" Target="../slideLayouts/slideLayout35.xml"/><Relationship Id="rId14" Type="http://schemas.openxmlformats.org/officeDocument/2006/relationships/slideLayout" Target="../slideLayouts/slideLayout36.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3.png"/><Relationship Id="rId3" Type="http://schemas.openxmlformats.org/officeDocument/2006/relationships/slideLayout" Target="../slideLayouts/slideLayout37.xml"/><Relationship Id="rId4" Type="http://schemas.openxmlformats.org/officeDocument/2006/relationships/slideLayout" Target="../slideLayouts/slideLayout38.xml"/><Relationship Id="rId5" Type="http://schemas.openxmlformats.org/officeDocument/2006/relationships/slideLayout" Target="../slideLayouts/slideLayout39.xml"/><Relationship Id="rId6" Type="http://schemas.openxmlformats.org/officeDocument/2006/relationships/slideLayout" Target="../slideLayouts/slideLayout40.xml"/><Relationship Id="rId7" Type="http://schemas.openxmlformats.org/officeDocument/2006/relationships/slideLayout" Target="../slideLayouts/slideLayout41.xml"/><Relationship Id="rId8" Type="http://schemas.openxmlformats.org/officeDocument/2006/relationships/slideLayout" Target="../slideLayouts/slideLayout42.xml"/><Relationship Id="rId9" Type="http://schemas.openxmlformats.org/officeDocument/2006/relationships/slideLayout" Target="../slideLayouts/slideLayout43.xml"/><Relationship Id="rId10" Type="http://schemas.openxmlformats.org/officeDocument/2006/relationships/slideLayout" Target="../slideLayouts/slideLayout44.xml"/><Relationship Id="rId11" Type="http://schemas.openxmlformats.org/officeDocument/2006/relationships/slideLayout" Target="../slideLayouts/slideLayout45.xml"/><Relationship Id="rId12" Type="http://schemas.openxmlformats.org/officeDocument/2006/relationships/slideLayout" Target="../slideLayouts/slideLayout46.xml"/><Relationship Id="rId13" Type="http://schemas.openxmlformats.org/officeDocument/2006/relationships/slideLayout" Target="../slideLayouts/slideLayout47.xml"/><Relationship Id="rId14" Type="http://schemas.openxmlformats.org/officeDocument/2006/relationships/slideLayout" Target="../slideLayouts/slideLayout48.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image" Target="../media/image4.png"/><Relationship Id="rId3" Type="http://schemas.openxmlformats.org/officeDocument/2006/relationships/slideLayout" Target="../slideLayouts/slideLayout49.xml"/><Relationship Id="rId4" Type="http://schemas.openxmlformats.org/officeDocument/2006/relationships/slideLayout" Target="../slideLayouts/slideLayout50.xml"/><Relationship Id="rId5" Type="http://schemas.openxmlformats.org/officeDocument/2006/relationships/slideLayout" Target="../slideLayouts/slideLayout51.xml"/><Relationship Id="rId6" Type="http://schemas.openxmlformats.org/officeDocument/2006/relationships/slideLayout" Target="../slideLayouts/slideLayout52.xml"/><Relationship Id="rId7" Type="http://schemas.openxmlformats.org/officeDocument/2006/relationships/slideLayout" Target="../slideLayouts/slideLayout53.xml"/><Relationship Id="rId8" Type="http://schemas.openxmlformats.org/officeDocument/2006/relationships/slideLayout" Target="../slideLayouts/slideLayout54.xml"/><Relationship Id="rId9" Type="http://schemas.openxmlformats.org/officeDocument/2006/relationships/slideLayout" Target="../slideLayouts/slideLayout55.xml"/><Relationship Id="rId10" Type="http://schemas.openxmlformats.org/officeDocument/2006/relationships/slideLayout" Target="../slideLayouts/slideLayout56.xml"/><Relationship Id="rId11" Type="http://schemas.openxmlformats.org/officeDocument/2006/relationships/slideLayout" Target="../slideLayouts/slideLayout57.xml"/><Relationship Id="rId12" Type="http://schemas.openxmlformats.org/officeDocument/2006/relationships/slideLayout" Target="../slideLayouts/slideLayout58.xml"/><Relationship Id="rId13" Type="http://schemas.openxmlformats.org/officeDocument/2006/relationships/slideLayout" Target="../slideLayouts/slideLayout59.xml"/><Relationship Id="rId14" Type="http://schemas.openxmlformats.org/officeDocument/2006/relationships/slideLayout" Target="../slideLayouts/slideLayout60.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image" Target="../media/image5.png"/><Relationship Id="rId3" Type="http://schemas.openxmlformats.org/officeDocument/2006/relationships/slideLayout" Target="../slideLayouts/slideLayout61.xml"/><Relationship Id="rId4" Type="http://schemas.openxmlformats.org/officeDocument/2006/relationships/slideLayout" Target="../slideLayouts/slideLayout62.xml"/><Relationship Id="rId5" Type="http://schemas.openxmlformats.org/officeDocument/2006/relationships/slideLayout" Target="../slideLayouts/slideLayout63.xml"/><Relationship Id="rId6" Type="http://schemas.openxmlformats.org/officeDocument/2006/relationships/slideLayout" Target="../slideLayouts/slideLayout64.xml"/><Relationship Id="rId7" Type="http://schemas.openxmlformats.org/officeDocument/2006/relationships/slideLayout" Target="../slideLayouts/slideLayout65.xml"/><Relationship Id="rId8" Type="http://schemas.openxmlformats.org/officeDocument/2006/relationships/slideLayout" Target="../slideLayouts/slideLayout66.xml"/><Relationship Id="rId9" Type="http://schemas.openxmlformats.org/officeDocument/2006/relationships/slideLayout" Target="../slideLayouts/slideLayout67.xml"/><Relationship Id="rId10" Type="http://schemas.openxmlformats.org/officeDocument/2006/relationships/slideLayout" Target="../slideLayouts/slideLayout68.xml"/><Relationship Id="rId11" Type="http://schemas.openxmlformats.org/officeDocument/2006/relationships/slideLayout" Target="../slideLayouts/slideLayout69.xml"/><Relationship Id="rId12" Type="http://schemas.openxmlformats.org/officeDocument/2006/relationships/slideLayout" Target="../slideLayouts/slideLayout70.xml"/><Relationship Id="rId13" Type="http://schemas.openxmlformats.org/officeDocument/2006/relationships/slideLayout" Target="../slideLayouts/slideLayout71.xml"/><Relationship Id="rId14" Type="http://schemas.openxmlformats.org/officeDocument/2006/relationships/slideLayout" Target="../slideLayouts/slideLayout7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4aa2d6"/>
            </a:gs>
            <a:gs pos="100000">
              <a:srgbClr val="002b36"/>
            </a:gs>
          </a:gsLst>
          <a:path path="circle">
            <a:fillToRect l="50000" t="55000" r="50000" b="45000"/>
          </a:path>
        </a:gradFill>
      </p:bgPr>
    </p:bg>
    <p:spTree>
      <p:nvGrpSpPr>
        <p:cNvPr id="1" name=""/>
        <p:cNvGrpSpPr/>
        <p:nvPr/>
      </p:nvGrpSpPr>
      <p:grpSpPr>
        <a:xfrm>
          <a:off x="0" y="0"/>
          <a:ext cx="0" cy="0"/>
          <a:chOff x="0" y="0"/>
          <a:chExt cx="0" cy="0"/>
        </a:xfrm>
      </p:grpSpPr>
      <p:sp>
        <p:nvSpPr>
          <p:cNvPr id="0" name="자유형 6"/>
          <p:cNvSpPr/>
          <p:nvPr/>
        </p:nvSpPr>
        <p:spPr>
          <a:xfrm>
            <a:off x="-9360" y="-7200"/>
            <a:ext cx="9162720" cy="1041120"/>
          </a:xfrm>
          <a:custGeom>
            <a:avLst/>
            <a:gdLst/>
            <a:ahLst/>
            <a:rect l="l" t="t" r="r" b="b"/>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rotWithShape="0">
            <a:gsLst>
              <a:gs pos="0">
                <a:srgbClr val="0074a0">
                  <a:alpha val="45098"/>
                </a:srgbClr>
              </a:gs>
              <a:gs pos="100000">
                <a:srgbClr val="00c4cd">
                  <a:alpha val="55294"/>
                </a:srgbClr>
              </a:gs>
            </a:gsLst>
            <a:lin ang="5400000"/>
          </a:gradFill>
          <a:ln w="9525">
            <a:noFill/>
          </a:ln>
        </p:spPr>
        <p:style>
          <a:lnRef idx="0"/>
          <a:fillRef idx="0"/>
          <a:effectRef idx="0"/>
          <a:fontRef idx="minor"/>
        </p:style>
      </p:sp>
      <p:sp>
        <p:nvSpPr>
          <p:cNvPr id="1" name="자유형 7"/>
          <p:cNvSpPr/>
          <p:nvPr/>
        </p:nvSpPr>
        <p:spPr>
          <a:xfrm>
            <a:off x="4381560" y="-7200"/>
            <a:ext cx="4762080" cy="637920"/>
          </a:xfrm>
          <a:custGeom>
            <a:avLst/>
            <a:gdLst/>
            <a:ahLst/>
            <a:rect l="l" t="t" r="r" b="b"/>
            <a:pathLst>
              <a:path w="3000" h="595">
                <a:moveTo>
                  <a:pt x="0" y="0"/>
                </a:moveTo>
                <a:cubicBezTo>
                  <a:pt x="174" y="102"/>
                  <a:pt x="1168" y="533"/>
                  <a:pt x="1668" y="564"/>
                </a:cubicBezTo>
                <a:cubicBezTo>
                  <a:pt x="2168" y="595"/>
                  <a:pt x="2778" y="279"/>
                  <a:pt x="3000" y="186"/>
                </a:cubicBezTo>
                <a:lnTo>
                  <a:pt x="3000" y="6"/>
                </a:lnTo>
                <a:lnTo>
                  <a:pt x="0" y="0"/>
                </a:lnTo>
                <a:close/>
              </a:path>
            </a:pathLst>
          </a:custGeom>
          <a:gradFill rotWithShape="0">
            <a:gsLst>
              <a:gs pos="20000">
                <a:srgbClr val="008abf">
                  <a:alpha val="45098"/>
                </a:srgbClr>
              </a:gs>
              <a:gs pos="100000">
                <a:srgbClr val="00a0a8">
                  <a:alpha val="30196"/>
                </a:srgbClr>
              </a:gs>
            </a:gsLst>
            <a:lin ang="16200000"/>
          </a:gradFill>
          <a:ln w="9525">
            <a:noFill/>
          </a:ln>
        </p:spPr>
        <p:style>
          <a:lnRef idx="0"/>
          <a:fillRef idx="0"/>
          <a:effectRef idx="0"/>
          <a:fontRef idx="minor"/>
        </p:style>
      </p:sp>
      <p:grpSp>
        <p:nvGrpSpPr>
          <p:cNvPr id="2" name="그룹 1"/>
          <p:cNvGrpSpPr/>
          <p:nvPr/>
        </p:nvGrpSpPr>
        <p:grpSpPr>
          <a:xfrm>
            <a:off x="-29160" y="-16560"/>
            <a:ext cx="9197640" cy="1086120"/>
            <a:chOff x="-29160" y="-16560"/>
            <a:chExt cx="9197640" cy="1086120"/>
          </a:xfrm>
        </p:grpSpPr>
        <p:sp>
          <p:nvSpPr>
            <p:cNvPr id="3" name="자유형 11"/>
            <p:cNvSpPr/>
            <p:nvPr/>
          </p:nvSpPr>
          <p:spPr>
            <a:xfrm rot="21435600">
              <a:off x="-18720" y="201960"/>
              <a:ext cx="9162720" cy="648720"/>
            </a:xfrm>
            <a:custGeom>
              <a:avLst/>
              <a:gdLst/>
              <a:ahLst/>
              <a:rect l="l" t="t" r="r" b="b"/>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a:solidFill>
                <a:srgbClr val="09b7bf"/>
              </a:solidFill>
              <a:round/>
            </a:ln>
          </p:spPr>
          <p:style>
            <a:lnRef idx="0"/>
            <a:fillRef idx="0"/>
            <a:effectRef idx="0"/>
            <a:fontRef idx="minor"/>
          </p:style>
        </p:sp>
        <p:sp>
          <p:nvSpPr>
            <p:cNvPr id="4" name="자유형 12"/>
            <p:cNvSpPr/>
            <p:nvPr/>
          </p:nvSpPr>
          <p:spPr>
            <a:xfrm rot="21435600">
              <a:off x="-14040" y="275400"/>
              <a:ext cx="9175320" cy="529920"/>
            </a:xfrm>
            <a:custGeom>
              <a:avLst/>
              <a:gdLst/>
              <a:ahLst/>
              <a:rect l="l" t="t" r="r" b="b"/>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a:solidFill>
                <a:srgbClr val="0f6fc6"/>
              </a:solidFill>
              <a:round/>
            </a:ln>
          </p:spPr>
          <p:style>
            <a:lnRef idx="0"/>
            <a:fillRef idx="0"/>
            <a:effectRef idx="0"/>
            <a:fontRef idx="minor"/>
          </p:style>
        </p:sp>
      </p:grpSp>
      <p:sp>
        <p:nvSpPr>
          <p:cNvPr id="5" name="PlaceHolder 1"/>
          <p:cNvSpPr>
            <a:spLocks noGrp="1"/>
          </p:cNvSpPr>
          <p:nvPr>
            <p:ph type="title"/>
          </p:nvPr>
        </p:nvSpPr>
        <p:spPr>
          <a:xfrm>
            <a:off x="533520" y="1371600"/>
            <a:ext cx="7851240" cy="1828440"/>
          </a:xfrm>
          <a:prstGeom prst="rect">
            <a:avLst/>
          </a:prstGeom>
          <a:noFill/>
          <a:ln w="0">
            <a:noFill/>
          </a:ln>
        </p:spPr>
        <p:txBody>
          <a:bodyPr lIns="0" rIns="18360" tIns="0" bIns="0" anchor="b">
            <a:normAutofit/>
          </a:bodyPr>
          <a:p>
            <a:pPr algn="r">
              <a:lnSpc>
                <a:spcPct val="100000"/>
              </a:lnSpc>
              <a:buNone/>
            </a:pPr>
            <a:r>
              <a:rPr b="1" lang="ko-KR" sz="5600" spc="-1" strike="noStrike">
                <a:solidFill>
                  <a:srgbClr val="50e0ea"/>
                </a:solidFill>
                <a:latin typeface="Calibri"/>
              </a:rPr>
              <a:t>마</a:t>
            </a:r>
            <a:r>
              <a:rPr b="1" lang="ko-KR" sz="5600" spc="-1" strike="noStrike">
                <a:solidFill>
                  <a:srgbClr val="50e0ea"/>
                </a:solidFill>
                <a:latin typeface="Calibri"/>
              </a:rPr>
              <a:t>스</a:t>
            </a:r>
            <a:r>
              <a:rPr b="1" lang="ko-KR" sz="5600" spc="-1" strike="noStrike">
                <a:solidFill>
                  <a:srgbClr val="50e0ea"/>
                </a:solidFill>
                <a:latin typeface="Calibri"/>
              </a:rPr>
              <a:t>터</a:t>
            </a:r>
            <a:r>
              <a:rPr b="1" lang="es-CL" sz="5600" spc="-1" strike="noStrike">
                <a:solidFill>
                  <a:srgbClr val="50e0ea"/>
                </a:solidFill>
                <a:latin typeface="Calibri"/>
              </a:rPr>
              <a:t> </a:t>
            </a:r>
            <a:r>
              <a:rPr b="1" lang="ko-KR" sz="5600" spc="-1" strike="noStrike">
                <a:solidFill>
                  <a:srgbClr val="50e0ea"/>
                </a:solidFill>
                <a:latin typeface="Calibri"/>
              </a:rPr>
              <a:t>제</a:t>
            </a:r>
            <a:r>
              <a:rPr b="1" lang="ko-KR" sz="5600" spc="-1" strike="noStrike">
                <a:solidFill>
                  <a:srgbClr val="50e0ea"/>
                </a:solidFill>
                <a:latin typeface="Calibri"/>
              </a:rPr>
              <a:t>목</a:t>
            </a:r>
            <a:r>
              <a:rPr b="1" lang="es-CL" sz="5600" spc="-1" strike="noStrike">
                <a:solidFill>
                  <a:srgbClr val="50e0ea"/>
                </a:solidFill>
                <a:latin typeface="Calibri"/>
              </a:rPr>
              <a:t> </a:t>
            </a:r>
            <a:r>
              <a:rPr b="1" lang="ko-KR" sz="5600" spc="-1" strike="noStrike">
                <a:solidFill>
                  <a:srgbClr val="50e0ea"/>
                </a:solidFill>
                <a:latin typeface="Calibri"/>
              </a:rPr>
              <a:t>스</a:t>
            </a:r>
            <a:r>
              <a:rPr b="1" lang="ko-KR" sz="5600" spc="-1" strike="noStrike">
                <a:solidFill>
                  <a:srgbClr val="50e0ea"/>
                </a:solidFill>
                <a:latin typeface="Calibri"/>
              </a:rPr>
              <a:t>타</a:t>
            </a:r>
            <a:r>
              <a:rPr b="1" lang="ko-KR" sz="5600" spc="-1" strike="noStrike">
                <a:solidFill>
                  <a:srgbClr val="50e0ea"/>
                </a:solidFill>
                <a:latin typeface="Calibri"/>
              </a:rPr>
              <a:t>일</a:t>
            </a:r>
            <a:r>
              <a:rPr b="1" lang="es-CL" sz="5600" spc="-1" strike="noStrike">
                <a:solidFill>
                  <a:srgbClr val="50e0ea"/>
                </a:solidFill>
                <a:latin typeface="Calibri"/>
              </a:rPr>
              <a:t> </a:t>
            </a:r>
            <a:r>
              <a:rPr b="1" lang="ko-KR" sz="5600" spc="-1" strike="noStrike">
                <a:solidFill>
                  <a:srgbClr val="50e0ea"/>
                </a:solidFill>
                <a:latin typeface="Calibri"/>
              </a:rPr>
              <a:t>편</a:t>
            </a:r>
            <a:r>
              <a:rPr b="1" lang="ko-KR" sz="5600" spc="-1" strike="noStrike">
                <a:solidFill>
                  <a:srgbClr val="50e0ea"/>
                </a:solidFill>
                <a:latin typeface="Calibri"/>
              </a:rPr>
              <a:t>집</a:t>
            </a:r>
            <a:endParaRPr b="0" lang="es-CL" sz="5600" spc="-1" strike="noStrike">
              <a:solidFill>
                <a:srgbClr val="ffffff"/>
              </a:solidFill>
              <a:latin typeface="Constantia"/>
            </a:endParaRPr>
          </a:p>
        </p:txBody>
      </p:sp>
      <p:sp>
        <p:nvSpPr>
          <p:cNvPr id="6" name="PlaceHolder 2"/>
          <p:cNvSpPr>
            <a:spLocks noGrp="1"/>
          </p:cNvSpPr>
          <p:nvPr>
            <p:ph type="dt" idx="1"/>
          </p:nvPr>
        </p:nvSpPr>
        <p:spPr>
          <a:xfrm>
            <a:off x="457200" y="6356520"/>
            <a:ext cx="2133360" cy="364680"/>
          </a:xfrm>
          <a:prstGeom prst="rect">
            <a:avLst/>
          </a:prstGeom>
          <a:noFill/>
          <a:ln w="0">
            <a:noFill/>
          </a:ln>
        </p:spPr>
        <p:txBody>
          <a:bodyPr lIns="0" rIns="0" tIns="0" bIns="0" anchor="b">
            <a:noAutofit/>
          </a:bodyPr>
          <a:lstStyle>
            <a:lvl1pPr>
              <a:lnSpc>
                <a:spcPct val="100000"/>
              </a:lnSpc>
              <a:buNone/>
              <a:defRPr b="0" lang="es-CL" sz="1200" spc="-1" strike="noStrike">
                <a:solidFill>
                  <a:srgbClr val="d1eaed"/>
                </a:solidFill>
                <a:latin typeface="Constantia"/>
              </a:defRPr>
            </a:lvl1pPr>
          </a:lstStyle>
          <a:p>
            <a:pPr>
              <a:lnSpc>
                <a:spcPct val="100000"/>
              </a:lnSpc>
              <a:buNone/>
            </a:pPr>
            <a:r>
              <a:rPr b="0" lang="es-CL" sz="1200" spc="-1" strike="noStrike">
                <a:solidFill>
                  <a:srgbClr val="d1eaed"/>
                </a:solidFill>
                <a:latin typeface="Constantia"/>
              </a:rPr>
              <a:t>&lt;fecha/hora&gt;</a:t>
            </a:r>
            <a:endParaRPr b="0" lang="es-CL" sz="1200" spc="-1" strike="noStrike">
              <a:latin typeface="Times New Roman"/>
            </a:endParaRPr>
          </a:p>
        </p:txBody>
      </p:sp>
      <p:sp>
        <p:nvSpPr>
          <p:cNvPr id="7" name="PlaceHolder 3"/>
          <p:cNvSpPr>
            <a:spLocks noGrp="1"/>
          </p:cNvSpPr>
          <p:nvPr>
            <p:ph type="ftr" idx="2"/>
          </p:nvPr>
        </p:nvSpPr>
        <p:spPr>
          <a:xfrm>
            <a:off x="2666880" y="6356520"/>
            <a:ext cx="3352320" cy="364680"/>
          </a:xfrm>
          <a:prstGeom prst="rect">
            <a:avLst/>
          </a:prstGeom>
          <a:noFill/>
          <a:ln w="0">
            <a:noFill/>
          </a:ln>
        </p:spPr>
        <p:txBody>
          <a:bodyPr lIns="0" rIns="0" tIns="0" bIns="0" anchor="b">
            <a:noAutofit/>
          </a:bodyPr>
          <a:lstStyle>
            <a:lvl1pPr algn="ctr">
              <a:buNone/>
              <a:defRPr b="0" lang="es-CL" sz="1400" spc="-1" strike="noStrike">
                <a:latin typeface="Times New Roman"/>
              </a:defRPr>
            </a:lvl1pPr>
          </a:lstStyle>
          <a:p>
            <a:pPr algn="ctr">
              <a:buNone/>
            </a:pPr>
            <a:r>
              <a:rPr b="0" lang="es-CL" sz="1400" spc="-1" strike="noStrike">
                <a:latin typeface="Times New Roman"/>
              </a:rPr>
              <a:t>&lt;pie de página&gt;</a:t>
            </a:r>
            <a:endParaRPr b="0" lang="es-CL" sz="1400" spc="-1" strike="noStrike">
              <a:latin typeface="Times New Roman"/>
            </a:endParaRPr>
          </a:p>
        </p:txBody>
      </p:sp>
      <p:sp>
        <p:nvSpPr>
          <p:cNvPr id="8" name="PlaceHolder 4"/>
          <p:cNvSpPr>
            <a:spLocks noGrp="1"/>
          </p:cNvSpPr>
          <p:nvPr>
            <p:ph type="sldNum" idx="3"/>
          </p:nvPr>
        </p:nvSpPr>
        <p:spPr>
          <a:xfrm>
            <a:off x="7924680" y="6356520"/>
            <a:ext cx="761760" cy="364680"/>
          </a:xfrm>
          <a:prstGeom prst="rect">
            <a:avLst/>
          </a:prstGeom>
          <a:noFill/>
          <a:ln w="0">
            <a:noFill/>
          </a:ln>
        </p:spPr>
        <p:txBody>
          <a:bodyPr lIns="0" rIns="0" tIns="0" bIns="0" anchor="b">
            <a:noAutofit/>
          </a:bodyPr>
          <a:lstStyle>
            <a:lvl1pPr algn="r">
              <a:lnSpc>
                <a:spcPct val="100000"/>
              </a:lnSpc>
              <a:buNone/>
              <a:defRPr b="0" lang="es-CL" sz="1200" spc="-1" strike="noStrike">
                <a:solidFill>
                  <a:srgbClr val="d1eaed"/>
                </a:solidFill>
                <a:latin typeface="Constantia"/>
              </a:defRPr>
            </a:lvl1pPr>
          </a:lstStyle>
          <a:p>
            <a:pPr algn="r">
              <a:lnSpc>
                <a:spcPct val="100000"/>
              </a:lnSpc>
              <a:buNone/>
            </a:pPr>
            <a:fld id="{A795F46B-E5BC-47B6-B74E-8C4C035EDC2F}" type="slidenum">
              <a:rPr b="0" lang="es-CL" sz="1200" spc="-1" strike="noStrike">
                <a:solidFill>
                  <a:srgbClr val="d1eaed"/>
                </a:solidFill>
                <a:latin typeface="Constantia"/>
              </a:rPr>
              <a:t>&lt;número&gt;</a:t>
            </a:fld>
            <a:endParaRPr b="0" lang="es-CL" sz="1200" spc="-1" strike="noStrike">
              <a:latin typeface="Times New Roman"/>
            </a:endParaRPr>
          </a:p>
        </p:txBody>
      </p:sp>
      <p:sp>
        <p:nvSpPr>
          <p:cNvPr id="9"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s-CL" sz="2600" spc="-1" strike="noStrike">
                <a:solidFill>
                  <a:srgbClr val="ffffff"/>
                </a:solidFill>
                <a:latin typeface="Constantia"/>
              </a:rPr>
              <a:t>Pulse para editar el formato de texto del es</a:t>
            </a:r>
            <a:r>
              <a:rPr b="0" lang="es-CL" sz="2600" spc="-1" strike="noStrike">
                <a:solidFill>
                  <a:srgbClr val="ffffff"/>
                </a:solidFill>
                <a:latin typeface="Constantia"/>
              </a:rPr>
              <a:t> </a:t>
            </a:r>
            <a:r>
              <a:rPr b="0" lang="es-CL" sz="2600" spc="-1" strike="noStrike">
                <a:solidFill>
                  <a:srgbClr val="ffffff"/>
                </a:solidFill>
                <a:latin typeface="Constantia"/>
              </a:rPr>
              <a:t>quema</a:t>
            </a:r>
            <a:endParaRPr b="0" lang="es-CL" sz="2600" spc="-1" strike="noStrike">
              <a:solidFill>
                <a:srgbClr val="ffffff"/>
              </a:solidFill>
              <a:latin typeface="Constantia"/>
            </a:endParaRPr>
          </a:p>
          <a:p>
            <a:pPr lvl="1" marL="864000" indent="-324000">
              <a:spcBef>
                <a:spcPts val="1134"/>
              </a:spcBef>
              <a:buClr>
                <a:srgbClr val="000000"/>
              </a:buClr>
              <a:buSzPct val="75000"/>
              <a:buFont typeface="Symbol" charset="2"/>
              <a:buChar char=""/>
            </a:pPr>
            <a:r>
              <a:rPr b="0" lang="es-CL" sz="2100" spc="-1" strike="noStrike">
                <a:solidFill>
                  <a:srgbClr val="ffffff"/>
                </a:solidFill>
                <a:latin typeface="Constantia"/>
              </a:rPr>
              <a:t>Segundo nivel del esquema</a:t>
            </a:r>
            <a:endParaRPr b="0" lang="es-CL" sz="2100" spc="-1" strike="noStrike">
              <a:solidFill>
                <a:srgbClr val="ffffff"/>
              </a:solidFill>
              <a:latin typeface="Constantia"/>
            </a:endParaRPr>
          </a:p>
          <a:p>
            <a:pPr lvl="2" marL="1296000" indent="-288000">
              <a:spcBef>
                <a:spcPts val="850"/>
              </a:spcBef>
              <a:buClr>
                <a:srgbClr val="000000"/>
              </a:buClr>
              <a:buSzPct val="45000"/>
              <a:buFont typeface="Wingdings" charset="2"/>
              <a:buChar char=""/>
            </a:pPr>
            <a:r>
              <a:rPr b="0" lang="es-CL" sz="1800" spc="-1" strike="noStrike">
                <a:solidFill>
                  <a:srgbClr val="ffffff"/>
                </a:solidFill>
                <a:latin typeface="Constantia"/>
              </a:rPr>
              <a:t>Tercer nivel del esquema</a:t>
            </a:r>
            <a:endParaRPr b="0" lang="es-CL" sz="1800" spc="-1" strike="noStrike">
              <a:solidFill>
                <a:srgbClr val="ffffff"/>
              </a:solidFill>
              <a:latin typeface="Constantia"/>
            </a:endParaRPr>
          </a:p>
          <a:p>
            <a:pPr lvl="3" marL="1728000" indent="-216000">
              <a:spcBef>
                <a:spcPts val="567"/>
              </a:spcBef>
              <a:buClr>
                <a:srgbClr val="000000"/>
              </a:buClr>
              <a:buSzPct val="75000"/>
              <a:buFont typeface="Symbol" charset="2"/>
              <a:buChar char=""/>
            </a:pPr>
            <a:r>
              <a:rPr b="0" lang="es-CL" sz="1600" spc="-1" strike="noStrike">
                <a:solidFill>
                  <a:srgbClr val="ffffff"/>
                </a:solidFill>
                <a:latin typeface="Constantia"/>
              </a:rPr>
              <a:t>Cuarto nivel del esquema</a:t>
            </a:r>
            <a:endParaRPr b="0" lang="es-CL" sz="1600" spc="-1" strike="noStrike">
              <a:solidFill>
                <a:srgbClr val="ffffff"/>
              </a:solidFill>
              <a:latin typeface="Constantia"/>
            </a:endParaRPr>
          </a:p>
          <a:p>
            <a:pPr lvl="4" marL="2160000" indent="-216000">
              <a:spcBef>
                <a:spcPts val="283"/>
              </a:spcBef>
              <a:buClr>
                <a:srgbClr val="000000"/>
              </a:buClr>
              <a:buSzPct val="45000"/>
              <a:buFont typeface="Wingdings" charset="2"/>
              <a:buChar char=""/>
            </a:pPr>
            <a:r>
              <a:rPr b="0" lang="es-CL" sz="2000" spc="-1" strike="noStrike">
                <a:solidFill>
                  <a:srgbClr val="ffffff"/>
                </a:solidFill>
                <a:latin typeface="Constantia"/>
              </a:rPr>
              <a:t>Quinto nivel del esquema</a:t>
            </a:r>
            <a:endParaRPr b="0" lang="es-CL" sz="2000" spc="-1" strike="noStrike">
              <a:solidFill>
                <a:srgbClr val="ffffff"/>
              </a:solidFill>
              <a:latin typeface="Constantia"/>
            </a:endParaRPr>
          </a:p>
          <a:p>
            <a:pPr lvl="5" marL="2592000" indent="-216000">
              <a:spcBef>
                <a:spcPts val="283"/>
              </a:spcBef>
              <a:buClr>
                <a:srgbClr val="000000"/>
              </a:buClr>
              <a:buSzPct val="45000"/>
              <a:buFont typeface="Wingdings" charset="2"/>
              <a:buChar char=""/>
            </a:pPr>
            <a:r>
              <a:rPr b="0" lang="es-CL" sz="2000" spc="-1" strike="noStrike">
                <a:solidFill>
                  <a:srgbClr val="ffffff"/>
                </a:solidFill>
                <a:latin typeface="Constantia"/>
              </a:rPr>
              <a:t>Sexto nivel del esquema</a:t>
            </a:r>
            <a:endParaRPr b="0" lang="es-CL" sz="2000" spc="-1" strike="noStrike">
              <a:solidFill>
                <a:srgbClr val="ffffff"/>
              </a:solidFill>
              <a:latin typeface="Constantia"/>
            </a:endParaRPr>
          </a:p>
          <a:p>
            <a:pPr lvl="6" marL="3024000" indent="-216000">
              <a:spcBef>
                <a:spcPts val="283"/>
              </a:spcBef>
              <a:buClr>
                <a:srgbClr val="000000"/>
              </a:buClr>
              <a:buSzPct val="45000"/>
              <a:buFont typeface="Wingdings" charset="2"/>
              <a:buChar char=""/>
            </a:pPr>
            <a:r>
              <a:rPr b="0" lang="es-CL" sz="2000" spc="-1" strike="noStrike">
                <a:solidFill>
                  <a:srgbClr val="ffffff"/>
                </a:solidFill>
                <a:latin typeface="Constantia"/>
              </a:rPr>
              <a:t>Séptimo nivel del esquema</a:t>
            </a:r>
            <a:endParaRPr b="0" lang="es-CL" sz="2000" spc="-1" strike="noStrike">
              <a:solidFill>
                <a:srgbClr val="ffffff"/>
              </a:solidFill>
              <a:latin typeface="Constantia"/>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a:blipFill>
      </p:bgPr>
    </p:bg>
    <p:spTree>
      <p:nvGrpSpPr>
        <p:cNvPr id="1" name=""/>
        <p:cNvGrpSpPr/>
        <p:nvPr/>
      </p:nvGrpSpPr>
      <p:grpSpPr>
        <a:xfrm>
          <a:off x="0" y="0"/>
          <a:ext cx="0" cy="0"/>
          <a:chOff x="0" y="0"/>
          <a:chExt cx="0" cy="0"/>
        </a:xfrm>
      </p:grpSpPr>
      <p:sp>
        <p:nvSpPr>
          <p:cNvPr id="46" name="자유형 6"/>
          <p:cNvSpPr/>
          <p:nvPr/>
        </p:nvSpPr>
        <p:spPr>
          <a:xfrm>
            <a:off x="-9360" y="-7200"/>
            <a:ext cx="9162720" cy="1041120"/>
          </a:xfrm>
          <a:custGeom>
            <a:avLst/>
            <a:gdLst/>
            <a:ahLst/>
            <a:rect l="l" t="t" r="r" b="b"/>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rotWithShape="0">
            <a:gsLst>
              <a:gs pos="0">
                <a:srgbClr val="0074a0">
                  <a:alpha val="45098"/>
                </a:srgbClr>
              </a:gs>
              <a:gs pos="100000">
                <a:srgbClr val="00c4cd">
                  <a:alpha val="55294"/>
                </a:srgbClr>
              </a:gs>
            </a:gsLst>
            <a:lin ang="5400000"/>
          </a:gradFill>
          <a:ln w="9525">
            <a:noFill/>
          </a:ln>
        </p:spPr>
        <p:style>
          <a:lnRef idx="0"/>
          <a:fillRef idx="0"/>
          <a:effectRef idx="0"/>
          <a:fontRef idx="minor"/>
        </p:style>
      </p:sp>
      <p:sp>
        <p:nvSpPr>
          <p:cNvPr id="47" name="자유형 7"/>
          <p:cNvSpPr/>
          <p:nvPr/>
        </p:nvSpPr>
        <p:spPr>
          <a:xfrm>
            <a:off x="4381560" y="-7200"/>
            <a:ext cx="4762080" cy="637920"/>
          </a:xfrm>
          <a:custGeom>
            <a:avLst/>
            <a:gdLst/>
            <a:ahLst/>
            <a:rect l="l" t="t" r="r" b="b"/>
            <a:pathLst>
              <a:path w="3000" h="595">
                <a:moveTo>
                  <a:pt x="0" y="0"/>
                </a:moveTo>
                <a:cubicBezTo>
                  <a:pt x="174" y="102"/>
                  <a:pt x="1168" y="533"/>
                  <a:pt x="1668" y="564"/>
                </a:cubicBezTo>
                <a:cubicBezTo>
                  <a:pt x="2168" y="595"/>
                  <a:pt x="2778" y="279"/>
                  <a:pt x="3000" y="186"/>
                </a:cubicBezTo>
                <a:lnTo>
                  <a:pt x="3000" y="6"/>
                </a:lnTo>
                <a:lnTo>
                  <a:pt x="0" y="0"/>
                </a:lnTo>
                <a:close/>
              </a:path>
            </a:pathLst>
          </a:custGeom>
          <a:gradFill rotWithShape="0">
            <a:gsLst>
              <a:gs pos="20000">
                <a:srgbClr val="008abf">
                  <a:alpha val="45098"/>
                </a:srgbClr>
              </a:gs>
              <a:gs pos="100000">
                <a:srgbClr val="00a0a8">
                  <a:alpha val="30196"/>
                </a:srgbClr>
              </a:gs>
            </a:gsLst>
            <a:lin ang="16200000"/>
          </a:gradFill>
          <a:ln w="9525">
            <a:noFill/>
          </a:ln>
        </p:spPr>
        <p:style>
          <a:lnRef idx="0"/>
          <a:fillRef idx="0"/>
          <a:effectRef idx="0"/>
          <a:fontRef idx="minor"/>
        </p:style>
      </p:sp>
      <p:grpSp>
        <p:nvGrpSpPr>
          <p:cNvPr id="48" name="그룹 1"/>
          <p:cNvGrpSpPr/>
          <p:nvPr/>
        </p:nvGrpSpPr>
        <p:grpSpPr>
          <a:xfrm>
            <a:off x="-29160" y="-16560"/>
            <a:ext cx="9197640" cy="1086120"/>
            <a:chOff x="-29160" y="-16560"/>
            <a:chExt cx="9197640" cy="1086120"/>
          </a:xfrm>
        </p:grpSpPr>
        <p:sp>
          <p:nvSpPr>
            <p:cNvPr id="49" name="자유형 11"/>
            <p:cNvSpPr/>
            <p:nvPr/>
          </p:nvSpPr>
          <p:spPr>
            <a:xfrm rot="21435600">
              <a:off x="-18720" y="201960"/>
              <a:ext cx="9162720" cy="648720"/>
            </a:xfrm>
            <a:custGeom>
              <a:avLst/>
              <a:gdLst/>
              <a:ahLst/>
              <a:rect l="l" t="t" r="r" b="b"/>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a:solidFill>
                <a:srgbClr val="09b7bf"/>
              </a:solidFill>
              <a:round/>
            </a:ln>
          </p:spPr>
          <p:style>
            <a:lnRef idx="0"/>
            <a:fillRef idx="0"/>
            <a:effectRef idx="0"/>
            <a:fontRef idx="minor"/>
          </p:style>
        </p:sp>
        <p:sp>
          <p:nvSpPr>
            <p:cNvPr id="50" name="자유형 12"/>
            <p:cNvSpPr/>
            <p:nvPr/>
          </p:nvSpPr>
          <p:spPr>
            <a:xfrm rot="21435600">
              <a:off x="-14040" y="275400"/>
              <a:ext cx="9175320" cy="529920"/>
            </a:xfrm>
            <a:custGeom>
              <a:avLst/>
              <a:gdLst/>
              <a:ahLst/>
              <a:rect l="l" t="t" r="r" b="b"/>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a:solidFill>
                <a:srgbClr val="0f6fc6"/>
              </a:solidFill>
              <a:round/>
            </a:ln>
          </p:spPr>
          <p:style>
            <a:lnRef idx="0"/>
            <a:fillRef idx="0"/>
            <a:effectRef idx="0"/>
            <a:fontRef idx="minor"/>
          </p:style>
        </p:sp>
      </p:grpSp>
      <p:sp>
        <p:nvSpPr>
          <p:cNvPr id="51" name="PlaceHolder 1"/>
          <p:cNvSpPr>
            <a:spLocks noGrp="1"/>
          </p:cNvSpPr>
          <p:nvPr>
            <p:ph type="title"/>
          </p:nvPr>
        </p:nvSpPr>
        <p:spPr>
          <a:xfrm>
            <a:off x="457200" y="704160"/>
            <a:ext cx="8229240" cy="1142640"/>
          </a:xfrm>
          <a:prstGeom prst="rect">
            <a:avLst/>
          </a:prstGeom>
          <a:noFill/>
          <a:ln w="0">
            <a:noFill/>
          </a:ln>
        </p:spPr>
        <p:txBody>
          <a:bodyPr lIns="0" rIns="0" tIns="45000" bIns="0" anchor="b">
            <a:noAutofit/>
          </a:bodyPr>
          <a:p>
            <a:pPr>
              <a:lnSpc>
                <a:spcPct val="100000"/>
              </a:lnSpc>
              <a:buNone/>
            </a:pPr>
            <a:r>
              <a:rPr b="0" lang="ko-KR" sz="4000" spc="-1" strike="noStrike">
                <a:solidFill>
                  <a:srgbClr val="04617b"/>
                </a:solidFill>
                <a:latin typeface="Calibri"/>
              </a:rPr>
              <a:t>마</a:t>
            </a:r>
            <a:r>
              <a:rPr b="0" lang="ko-KR" sz="4000" spc="-1" strike="noStrike">
                <a:solidFill>
                  <a:srgbClr val="04617b"/>
                </a:solidFill>
                <a:latin typeface="Calibri"/>
              </a:rPr>
              <a:t>스</a:t>
            </a:r>
            <a:r>
              <a:rPr b="0" lang="ko-KR" sz="4000" spc="-1" strike="noStrike">
                <a:solidFill>
                  <a:srgbClr val="04617b"/>
                </a:solidFill>
                <a:latin typeface="Calibri"/>
              </a:rPr>
              <a:t>터</a:t>
            </a:r>
            <a:r>
              <a:rPr b="0" lang="es-CL" sz="4000" spc="-1" strike="noStrike">
                <a:solidFill>
                  <a:srgbClr val="04617b"/>
                </a:solidFill>
                <a:latin typeface="Calibri"/>
              </a:rPr>
              <a:t> </a:t>
            </a:r>
            <a:r>
              <a:rPr b="0" lang="ko-KR" sz="4000" spc="-1" strike="noStrike">
                <a:solidFill>
                  <a:srgbClr val="04617b"/>
                </a:solidFill>
                <a:latin typeface="Calibri"/>
              </a:rPr>
              <a:t>제</a:t>
            </a:r>
            <a:r>
              <a:rPr b="0" lang="ko-KR" sz="4000" spc="-1" strike="noStrike">
                <a:solidFill>
                  <a:srgbClr val="04617b"/>
                </a:solidFill>
                <a:latin typeface="Calibri"/>
              </a:rPr>
              <a:t>목</a:t>
            </a:r>
            <a:r>
              <a:rPr b="0" lang="es-CL" sz="4000" spc="-1" strike="noStrike">
                <a:solidFill>
                  <a:srgbClr val="04617b"/>
                </a:solidFill>
                <a:latin typeface="Calibri"/>
              </a:rPr>
              <a:t> </a:t>
            </a:r>
            <a:r>
              <a:rPr b="0" lang="ko-KR" sz="4000" spc="-1" strike="noStrike">
                <a:solidFill>
                  <a:srgbClr val="04617b"/>
                </a:solidFill>
                <a:latin typeface="Calibri"/>
              </a:rPr>
              <a:t>스</a:t>
            </a:r>
            <a:r>
              <a:rPr b="0" lang="ko-KR" sz="4000" spc="-1" strike="noStrike">
                <a:solidFill>
                  <a:srgbClr val="04617b"/>
                </a:solidFill>
                <a:latin typeface="Calibri"/>
              </a:rPr>
              <a:t>타</a:t>
            </a:r>
            <a:r>
              <a:rPr b="0" lang="ko-KR" sz="4000" spc="-1" strike="noStrike">
                <a:solidFill>
                  <a:srgbClr val="04617b"/>
                </a:solidFill>
                <a:latin typeface="Calibri"/>
              </a:rPr>
              <a:t>일</a:t>
            </a:r>
            <a:r>
              <a:rPr b="0" lang="es-CL" sz="4000" spc="-1" strike="noStrike">
                <a:solidFill>
                  <a:srgbClr val="04617b"/>
                </a:solidFill>
                <a:latin typeface="Calibri"/>
              </a:rPr>
              <a:t> </a:t>
            </a:r>
            <a:r>
              <a:rPr b="0" lang="ko-KR" sz="4000" spc="-1" strike="noStrike">
                <a:solidFill>
                  <a:srgbClr val="04617b"/>
                </a:solidFill>
                <a:latin typeface="Calibri"/>
              </a:rPr>
              <a:t>편</a:t>
            </a:r>
            <a:r>
              <a:rPr b="0" lang="ko-KR" sz="4000" spc="-1" strike="noStrike">
                <a:solidFill>
                  <a:srgbClr val="04617b"/>
                </a:solidFill>
                <a:latin typeface="Calibri"/>
              </a:rPr>
              <a:t>집</a:t>
            </a:r>
            <a:endParaRPr b="0" lang="es-CL" sz="4000" spc="-1" strike="noStrike">
              <a:solidFill>
                <a:srgbClr val="000000"/>
              </a:solidFill>
              <a:latin typeface="Constantia"/>
            </a:endParaRPr>
          </a:p>
        </p:txBody>
      </p:sp>
      <p:sp>
        <p:nvSpPr>
          <p:cNvPr id="52" name="PlaceHolder 2"/>
          <p:cNvSpPr>
            <a:spLocks noGrp="1"/>
          </p:cNvSpPr>
          <p:nvPr>
            <p:ph type="body"/>
          </p:nvPr>
        </p:nvSpPr>
        <p:spPr>
          <a:xfrm>
            <a:off x="457200" y="1935360"/>
            <a:ext cx="8229240" cy="4388760"/>
          </a:xfrm>
          <a:prstGeom prst="rect">
            <a:avLst/>
          </a:prstGeom>
          <a:noFill/>
          <a:ln w="0">
            <a:noFill/>
          </a:ln>
        </p:spPr>
        <p:txBody>
          <a:bodyPr lIns="90000" rIns="90000" tIns="45000" bIns="45000" anchor="t">
            <a:noAutofit/>
          </a:bodyPr>
          <a:p>
            <a:pPr marL="274320" indent="-274320">
              <a:lnSpc>
                <a:spcPct val="100000"/>
              </a:lnSpc>
              <a:spcBef>
                <a:spcPts val="519"/>
              </a:spcBef>
              <a:buClr>
                <a:srgbClr val="0bd0d9"/>
              </a:buClr>
              <a:buSzPct val="95000"/>
              <a:buFont typeface="Wingdings 2" charset="2"/>
              <a:buChar char=""/>
            </a:pPr>
            <a:r>
              <a:rPr b="0" lang="ko-KR" sz="2600" spc="-1" strike="noStrike">
                <a:solidFill>
                  <a:srgbClr val="000000"/>
                </a:solidFill>
                <a:latin typeface="Constantia"/>
              </a:rPr>
              <a:t>마스터 텍스트 스타일을 편집합니다</a:t>
            </a:r>
            <a:endParaRPr b="0" lang="es-CL" sz="2600" spc="-1" strike="noStrike">
              <a:solidFill>
                <a:srgbClr val="000000"/>
              </a:solidFill>
              <a:latin typeface="Constantia"/>
            </a:endParaRPr>
          </a:p>
          <a:p>
            <a:pPr lvl="1" marL="640080" indent="-246960">
              <a:lnSpc>
                <a:spcPct val="100000"/>
              </a:lnSpc>
              <a:spcBef>
                <a:spcPts val="479"/>
              </a:spcBef>
              <a:buClr>
                <a:srgbClr val="0f6fc6"/>
              </a:buClr>
              <a:buSzPct val="85000"/>
              <a:buFont typeface="Wingdings 2" charset="2"/>
              <a:buChar char=""/>
            </a:pPr>
            <a:r>
              <a:rPr b="0" lang="ko-KR" sz="2400" spc="-1" strike="noStrike">
                <a:solidFill>
                  <a:srgbClr val="000000"/>
                </a:solidFill>
                <a:latin typeface="Constantia"/>
              </a:rPr>
              <a:t>둘째 수준</a:t>
            </a:r>
            <a:endParaRPr b="0" lang="es-CL" sz="2400" spc="-1" strike="noStrike">
              <a:solidFill>
                <a:srgbClr val="000000"/>
              </a:solidFill>
              <a:latin typeface="Constantia"/>
            </a:endParaRPr>
          </a:p>
          <a:p>
            <a:pPr lvl="2" marL="914400" indent="-246960">
              <a:lnSpc>
                <a:spcPct val="100000"/>
              </a:lnSpc>
              <a:spcBef>
                <a:spcPts val="420"/>
              </a:spcBef>
              <a:buClr>
                <a:srgbClr val="009dd9"/>
              </a:buClr>
              <a:buSzPct val="70000"/>
              <a:buFont typeface="Wingdings 2" charset="2"/>
              <a:buChar char=""/>
            </a:pPr>
            <a:r>
              <a:rPr b="0" lang="ko-KR" sz="2100" spc="-1" strike="noStrike">
                <a:solidFill>
                  <a:srgbClr val="000000"/>
                </a:solidFill>
                <a:latin typeface="Constantia"/>
              </a:rPr>
              <a:t>셋째 수준</a:t>
            </a:r>
            <a:endParaRPr b="0" lang="es-CL" sz="2100" spc="-1" strike="noStrike">
              <a:solidFill>
                <a:srgbClr val="000000"/>
              </a:solidFill>
              <a:latin typeface="Constantia"/>
            </a:endParaRPr>
          </a:p>
          <a:p>
            <a:pPr lvl="3" marL="1188720" indent="-210240">
              <a:lnSpc>
                <a:spcPct val="100000"/>
              </a:lnSpc>
              <a:spcBef>
                <a:spcPts val="360"/>
              </a:spcBef>
              <a:buClr>
                <a:srgbClr val="0bd0d9"/>
              </a:buClr>
              <a:buSzPct val="65000"/>
              <a:buFont typeface="Wingdings 2" charset="2"/>
              <a:buChar char=""/>
            </a:pPr>
            <a:r>
              <a:rPr b="0" lang="ko-KR" sz="1800" spc="-1" strike="noStrike">
                <a:solidFill>
                  <a:srgbClr val="000000"/>
                </a:solidFill>
                <a:latin typeface="Constantia"/>
              </a:rPr>
              <a:t>넷째 수준</a:t>
            </a:r>
            <a:endParaRPr b="0" lang="es-CL" sz="1800" spc="-1" strike="noStrike">
              <a:solidFill>
                <a:srgbClr val="000000"/>
              </a:solidFill>
              <a:latin typeface="Constantia"/>
            </a:endParaRPr>
          </a:p>
          <a:p>
            <a:pPr lvl="4" marL="1463040" indent="-210240">
              <a:lnSpc>
                <a:spcPct val="100000"/>
              </a:lnSpc>
              <a:spcBef>
                <a:spcPts val="320"/>
              </a:spcBef>
              <a:buClr>
                <a:srgbClr val="10cf9b"/>
              </a:buClr>
              <a:buSzPct val="65000"/>
              <a:buFont typeface="Wingdings 2" charset="2"/>
              <a:buChar char=""/>
            </a:pPr>
            <a:r>
              <a:rPr b="0" lang="ko-KR" sz="1600" spc="-1" strike="noStrike">
                <a:solidFill>
                  <a:srgbClr val="000000"/>
                </a:solidFill>
                <a:latin typeface="Constantia"/>
              </a:rPr>
              <a:t>다섯째 수준</a:t>
            </a:r>
            <a:endParaRPr b="0" lang="es-CL" sz="1600" spc="-1" strike="noStrike">
              <a:solidFill>
                <a:srgbClr val="000000"/>
              </a:solidFill>
              <a:latin typeface="Constantia"/>
            </a:endParaRPr>
          </a:p>
        </p:txBody>
      </p:sp>
      <p:sp>
        <p:nvSpPr>
          <p:cNvPr id="53" name="PlaceHolder 3"/>
          <p:cNvSpPr>
            <a:spLocks noGrp="1"/>
          </p:cNvSpPr>
          <p:nvPr>
            <p:ph type="dt" idx="4"/>
          </p:nvPr>
        </p:nvSpPr>
        <p:spPr>
          <a:xfrm>
            <a:off x="457200" y="6356520"/>
            <a:ext cx="2133360" cy="364680"/>
          </a:xfrm>
          <a:prstGeom prst="rect">
            <a:avLst/>
          </a:prstGeom>
          <a:noFill/>
          <a:ln w="0">
            <a:noFill/>
          </a:ln>
        </p:spPr>
        <p:txBody>
          <a:bodyPr lIns="0" rIns="0" tIns="0" bIns="0" anchor="b">
            <a:noAutofit/>
          </a:bodyPr>
          <a:lstStyle>
            <a:lvl1pPr>
              <a:lnSpc>
                <a:spcPct val="100000"/>
              </a:lnSpc>
              <a:buNone/>
              <a:defRPr b="0" lang="es-CL" sz="1200" spc="-1" strike="noStrike">
                <a:solidFill>
                  <a:srgbClr val="035c75"/>
                </a:solidFill>
                <a:latin typeface="Constantia"/>
              </a:defRPr>
            </a:lvl1pPr>
          </a:lstStyle>
          <a:p>
            <a:pPr>
              <a:lnSpc>
                <a:spcPct val="100000"/>
              </a:lnSpc>
              <a:buNone/>
            </a:pPr>
            <a:r>
              <a:rPr b="0" lang="es-CL" sz="1200" spc="-1" strike="noStrike">
                <a:solidFill>
                  <a:srgbClr val="035c75"/>
                </a:solidFill>
                <a:latin typeface="Constantia"/>
              </a:rPr>
              <a:t>&lt;fecha/hora&gt;</a:t>
            </a:r>
            <a:endParaRPr b="0" lang="es-CL" sz="1200" spc="-1" strike="noStrike">
              <a:latin typeface="Times New Roman"/>
            </a:endParaRPr>
          </a:p>
        </p:txBody>
      </p:sp>
      <p:sp>
        <p:nvSpPr>
          <p:cNvPr id="54" name="PlaceHolder 4"/>
          <p:cNvSpPr>
            <a:spLocks noGrp="1"/>
          </p:cNvSpPr>
          <p:nvPr>
            <p:ph type="ftr" idx="5"/>
          </p:nvPr>
        </p:nvSpPr>
        <p:spPr>
          <a:xfrm>
            <a:off x="2666880" y="6356520"/>
            <a:ext cx="3352320" cy="364680"/>
          </a:xfrm>
          <a:prstGeom prst="rect">
            <a:avLst/>
          </a:prstGeom>
          <a:noFill/>
          <a:ln w="0">
            <a:noFill/>
          </a:ln>
        </p:spPr>
        <p:txBody>
          <a:bodyPr lIns="0" rIns="0" tIns="0" bIns="0" anchor="b">
            <a:noAutofit/>
          </a:bodyPr>
          <a:lstStyle>
            <a:lvl1pPr algn="ctr">
              <a:buNone/>
              <a:defRPr b="0" lang="es-CL" sz="1400" spc="-1" strike="noStrike">
                <a:latin typeface="Times New Roman"/>
              </a:defRPr>
            </a:lvl1pPr>
          </a:lstStyle>
          <a:p>
            <a:pPr algn="ctr">
              <a:buNone/>
            </a:pPr>
            <a:r>
              <a:rPr b="0" lang="es-CL" sz="1400" spc="-1" strike="noStrike">
                <a:latin typeface="Times New Roman"/>
              </a:rPr>
              <a:t>&lt;pie de página&gt;</a:t>
            </a:r>
            <a:endParaRPr b="0" lang="es-CL" sz="1400" spc="-1" strike="noStrike">
              <a:latin typeface="Times New Roman"/>
            </a:endParaRPr>
          </a:p>
        </p:txBody>
      </p:sp>
      <p:sp>
        <p:nvSpPr>
          <p:cNvPr id="55" name="PlaceHolder 5"/>
          <p:cNvSpPr>
            <a:spLocks noGrp="1"/>
          </p:cNvSpPr>
          <p:nvPr>
            <p:ph type="sldNum" idx="6"/>
          </p:nvPr>
        </p:nvSpPr>
        <p:spPr>
          <a:xfrm>
            <a:off x="7924680" y="6356520"/>
            <a:ext cx="761760" cy="364680"/>
          </a:xfrm>
          <a:prstGeom prst="rect">
            <a:avLst/>
          </a:prstGeom>
          <a:noFill/>
          <a:ln w="0">
            <a:noFill/>
          </a:ln>
        </p:spPr>
        <p:txBody>
          <a:bodyPr lIns="0" rIns="0" tIns="0" bIns="0" anchor="b">
            <a:noAutofit/>
          </a:bodyPr>
          <a:lstStyle>
            <a:lvl1pPr algn="r">
              <a:lnSpc>
                <a:spcPct val="100000"/>
              </a:lnSpc>
              <a:buNone/>
              <a:defRPr b="0" lang="es-CL" sz="1200" spc="-1" strike="noStrike">
                <a:solidFill>
                  <a:srgbClr val="035c75"/>
                </a:solidFill>
                <a:latin typeface="Constantia"/>
              </a:defRPr>
            </a:lvl1pPr>
          </a:lstStyle>
          <a:p>
            <a:pPr algn="r">
              <a:lnSpc>
                <a:spcPct val="100000"/>
              </a:lnSpc>
              <a:buNone/>
            </a:pPr>
            <a:fld id="{97EB84BD-6A5D-43F4-8B55-547E70631800}" type="slidenum">
              <a:rPr b="0" lang="es-CL" sz="1200" spc="-1" strike="noStrike">
                <a:solidFill>
                  <a:srgbClr val="035c75"/>
                </a:solidFill>
                <a:latin typeface="Constantia"/>
              </a:rPr>
              <a:t>&lt;número&gt;</a:t>
            </a:fld>
            <a:endParaRPr b="0" lang="es-CL" sz="120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a:blipFill>
      </p:bgPr>
    </p:bg>
    <p:spTree>
      <p:nvGrpSpPr>
        <p:cNvPr id="1" name=""/>
        <p:cNvGrpSpPr/>
        <p:nvPr/>
      </p:nvGrpSpPr>
      <p:grpSpPr>
        <a:xfrm>
          <a:off x="0" y="0"/>
          <a:ext cx="0" cy="0"/>
          <a:chOff x="0" y="0"/>
          <a:chExt cx="0" cy="0"/>
        </a:xfrm>
      </p:grpSpPr>
      <p:sp>
        <p:nvSpPr>
          <p:cNvPr id="92" name="자유형 6"/>
          <p:cNvSpPr/>
          <p:nvPr/>
        </p:nvSpPr>
        <p:spPr>
          <a:xfrm>
            <a:off x="-9360" y="-7200"/>
            <a:ext cx="9162720" cy="1041120"/>
          </a:xfrm>
          <a:custGeom>
            <a:avLst/>
            <a:gdLst/>
            <a:ahLst/>
            <a:rect l="l" t="t" r="r" b="b"/>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rotWithShape="0">
            <a:gsLst>
              <a:gs pos="0">
                <a:srgbClr val="0074a0">
                  <a:alpha val="45098"/>
                </a:srgbClr>
              </a:gs>
              <a:gs pos="100000">
                <a:srgbClr val="00c4cd">
                  <a:alpha val="55294"/>
                </a:srgbClr>
              </a:gs>
            </a:gsLst>
            <a:lin ang="5400000"/>
          </a:gradFill>
          <a:ln w="9525">
            <a:noFill/>
          </a:ln>
        </p:spPr>
        <p:style>
          <a:lnRef idx="0"/>
          <a:fillRef idx="0"/>
          <a:effectRef idx="0"/>
          <a:fontRef idx="minor"/>
        </p:style>
      </p:sp>
      <p:sp>
        <p:nvSpPr>
          <p:cNvPr id="93" name="자유형 7"/>
          <p:cNvSpPr/>
          <p:nvPr/>
        </p:nvSpPr>
        <p:spPr>
          <a:xfrm>
            <a:off x="4381560" y="-7200"/>
            <a:ext cx="4762080" cy="637920"/>
          </a:xfrm>
          <a:custGeom>
            <a:avLst/>
            <a:gdLst/>
            <a:ahLst/>
            <a:rect l="l" t="t" r="r" b="b"/>
            <a:pathLst>
              <a:path w="3000" h="595">
                <a:moveTo>
                  <a:pt x="0" y="0"/>
                </a:moveTo>
                <a:cubicBezTo>
                  <a:pt x="174" y="102"/>
                  <a:pt x="1168" y="533"/>
                  <a:pt x="1668" y="564"/>
                </a:cubicBezTo>
                <a:cubicBezTo>
                  <a:pt x="2168" y="595"/>
                  <a:pt x="2778" y="279"/>
                  <a:pt x="3000" y="186"/>
                </a:cubicBezTo>
                <a:lnTo>
                  <a:pt x="3000" y="6"/>
                </a:lnTo>
                <a:lnTo>
                  <a:pt x="0" y="0"/>
                </a:lnTo>
                <a:close/>
              </a:path>
            </a:pathLst>
          </a:custGeom>
          <a:gradFill rotWithShape="0">
            <a:gsLst>
              <a:gs pos="20000">
                <a:srgbClr val="008abf">
                  <a:alpha val="45098"/>
                </a:srgbClr>
              </a:gs>
              <a:gs pos="100000">
                <a:srgbClr val="00a0a8">
                  <a:alpha val="30196"/>
                </a:srgbClr>
              </a:gs>
            </a:gsLst>
            <a:lin ang="16200000"/>
          </a:gradFill>
          <a:ln w="9525">
            <a:noFill/>
          </a:ln>
        </p:spPr>
        <p:style>
          <a:lnRef idx="0"/>
          <a:fillRef idx="0"/>
          <a:effectRef idx="0"/>
          <a:fontRef idx="minor"/>
        </p:style>
      </p:sp>
      <p:grpSp>
        <p:nvGrpSpPr>
          <p:cNvPr id="94" name="그룹 1"/>
          <p:cNvGrpSpPr/>
          <p:nvPr/>
        </p:nvGrpSpPr>
        <p:grpSpPr>
          <a:xfrm>
            <a:off x="-29160" y="-16560"/>
            <a:ext cx="9197640" cy="1086120"/>
            <a:chOff x="-29160" y="-16560"/>
            <a:chExt cx="9197640" cy="1086120"/>
          </a:xfrm>
        </p:grpSpPr>
        <p:sp>
          <p:nvSpPr>
            <p:cNvPr id="95" name="자유형 11"/>
            <p:cNvSpPr/>
            <p:nvPr/>
          </p:nvSpPr>
          <p:spPr>
            <a:xfrm rot="21435600">
              <a:off x="-18720" y="201960"/>
              <a:ext cx="9162720" cy="648720"/>
            </a:xfrm>
            <a:custGeom>
              <a:avLst/>
              <a:gdLst/>
              <a:ahLst/>
              <a:rect l="l" t="t" r="r" b="b"/>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a:solidFill>
                <a:srgbClr val="09b7bf"/>
              </a:solidFill>
              <a:round/>
            </a:ln>
          </p:spPr>
          <p:style>
            <a:lnRef idx="0"/>
            <a:fillRef idx="0"/>
            <a:effectRef idx="0"/>
            <a:fontRef idx="minor"/>
          </p:style>
        </p:sp>
        <p:sp>
          <p:nvSpPr>
            <p:cNvPr id="96" name="자유형 12"/>
            <p:cNvSpPr/>
            <p:nvPr/>
          </p:nvSpPr>
          <p:spPr>
            <a:xfrm rot="21435600">
              <a:off x="-14040" y="275400"/>
              <a:ext cx="9175320" cy="529920"/>
            </a:xfrm>
            <a:custGeom>
              <a:avLst/>
              <a:gdLst/>
              <a:ahLst/>
              <a:rect l="l" t="t" r="r" b="b"/>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a:solidFill>
                <a:srgbClr val="0f6fc6"/>
              </a:solidFill>
              <a:round/>
            </a:ln>
          </p:spPr>
          <p:style>
            <a:lnRef idx="0"/>
            <a:fillRef idx="0"/>
            <a:effectRef idx="0"/>
            <a:fontRef idx="minor"/>
          </p:style>
        </p:sp>
      </p:grpSp>
      <p:sp>
        <p:nvSpPr>
          <p:cNvPr id="97" name="PlaceHolder 1"/>
          <p:cNvSpPr>
            <a:spLocks noGrp="1"/>
          </p:cNvSpPr>
          <p:nvPr>
            <p:ph type="title"/>
          </p:nvPr>
        </p:nvSpPr>
        <p:spPr>
          <a:xfrm>
            <a:off x="457200" y="704160"/>
            <a:ext cx="8229240" cy="1142640"/>
          </a:xfrm>
          <a:prstGeom prst="rect">
            <a:avLst/>
          </a:prstGeom>
          <a:noFill/>
          <a:ln w="0">
            <a:noFill/>
          </a:ln>
        </p:spPr>
        <p:txBody>
          <a:bodyPr lIns="0" rIns="0" tIns="45000" bIns="0" anchor="b">
            <a:noAutofit/>
          </a:bodyPr>
          <a:p>
            <a:pPr>
              <a:lnSpc>
                <a:spcPct val="100000"/>
              </a:lnSpc>
              <a:buNone/>
            </a:pPr>
            <a:r>
              <a:rPr b="0" lang="ko-KR" sz="4000" spc="-1" strike="noStrike">
                <a:solidFill>
                  <a:srgbClr val="04617b"/>
                </a:solidFill>
                <a:latin typeface="Calibri"/>
              </a:rPr>
              <a:t>마스터 제목 스타일 편집</a:t>
            </a:r>
            <a:endParaRPr b="0" lang="es-CL" sz="4000" spc="-1" strike="noStrike">
              <a:solidFill>
                <a:srgbClr val="000000"/>
              </a:solidFill>
              <a:latin typeface="Constantia"/>
            </a:endParaRPr>
          </a:p>
        </p:txBody>
      </p:sp>
      <p:sp>
        <p:nvSpPr>
          <p:cNvPr id="98" name="PlaceHolder 2"/>
          <p:cNvSpPr>
            <a:spLocks noGrp="1"/>
          </p:cNvSpPr>
          <p:nvPr>
            <p:ph type="body"/>
          </p:nvPr>
        </p:nvSpPr>
        <p:spPr>
          <a:xfrm>
            <a:off x="457200" y="1935360"/>
            <a:ext cx="8229240" cy="4388760"/>
          </a:xfrm>
          <a:prstGeom prst="rect">
            <a:avLst/>
          </a:prstGeom>
          <a:noFill/>
          <a:ln w="0">
            <a:noFill/>
          </a:ln>
        </p:spPr>
        <p:txBody>
          <a:bodyPr lIns="90000" rIns="90000" tIns="45000" bIns="45000" anchor="t">
            <a:noAutofit/>
          </a:bodyPr>
          <a:p>
            <a:pPr marL="274320" indent="-274320">
              <a:lnSpc>
                <a:spcPct val="100000"/>
              </a:lnSpc>
              <a:spcBef>
                <a:spcPts val="519"/>
              </a:spcBef>
              <a:buClr>
                <a:srgbClr val="0bd0d9"/>
              </a:buClr>
              <a:buSzPct val="95000"/>
              <a:buFont typeface="Wingdings 2" charset="2"/>
              <a:buChar char=""/>
            </a:pPr>
            <a:r>
              <a:rPr b="0" lang="ko-KR" sz="2600" spc="-1" strike="noStrike">
                <a:solidFill>
                  <a:srgbClr val="000000"/>
                </a:solidFill>
                <a:latin typeface="Constantia"/>
              </a:rPr>
              <a:t>마스터 텍스트 스타일을 편집합니다</a:t>
            </a:r>
            <a:endParaRPr b="0" lang="es-CL" sz="2600" spc="-1" strike="noStrike">
              <a:solidFill>
                <a:srgbClr val="000000"/>
              </a:solidFill>
              <a:latin typeface="Constantia"/>
            </a:endParaRPr>
          </a:p>
          <a:p>
            <a:pPr lvl="1" marL="640080" indent="-246960">
              <a:lnSpc>
                <a:spcPct val="100000"/>
              </a:lnSpc>
              <a:spcBef>
                <a:spcPts val="479"/>
              </a:spcBef>
              <a:buClr>
                <a:srgbClr val="0f6fc6"/>
              </a:buClr>
              <a:buSzPct val="85000"/>
              <a:buFont typeface="Wingdings 2" charset="2"/>
              <a:buChar char=""/>
            </a:pPr>
            <a:r>
              <a:rPr b="0" lang="ko-KR" sz="2400" spc="-1" strike="noStrike">
                <a:solidFill>
                  <a:srgbClr val="000000"/>
                </a:solidFill>
                <a:latin typeface="Constantia"/>
              </a:rPr>
              <a:t>둘째 수준</a:t>
            </a:r>
            <a:endParaRPr b="0" lang="es-CL" sz="2400" spc="-1" strike="noStrike">
              <a:solidFill>
                <a:srgbClr val="000000"/>
              </a:solidFill>
              <a:latin typeface="Constantia"/>
            </a:endParaRPr>
          </a:p>
          <a:p>
            <a:pPr lvl="2" marL="914400" indent="-246960">
              <a:lnSpc>
                <a:spcPct val="100000"/>
              </a:lnSpc>
              <a:spcBef>
                <a:spcPts val="420"/>
              </a:spcBef>
              <a:buClr>
                <a:srgbClr val="009dd9"/>
              </a:buClr>
              <a:buSzPct val="70000"/>
              <a:buFont typeface="Wingdings 2" charset="2"/>
              <a:buChar char=""/>
            </a:pPr>
            <a:r>
              <a:rPr b="0" lang="ko-KR" sz="2100" spc="-1" strike="noStrike">
                <a:solidFill>
                  <a:srgbClr val="000000"/>
                </a:solidFill>
                <a:latin typeface="Constantia"/>
              </a:rPr>
              <a:t>셋째 수준</a:t>
            </a:r>
            <a:endParaRPr b="0" lang="es-CL" sz="2100" spc="-1" strike="noStrike">
              <a:solidFill>
                <a:srgbClr val="000000"/>
              </a:solidFill>
              <a:latin typeface="Constantia"/>
            </a:endParaRPr>
          </a:p>
          <a:p>
            <a:pPr lvl="3" marL="1188720" indent="-210240">
              <a:lnSpc>
                <a:spcPct val="100000"/>
              </a:lnSpc>
              <a:spcBef>
                <a:spcPts val="360"/>
              </a:spcBef>
              <a:buClr>
                <a:srgbClr val="0bd0d9"/>
              </a:buClr>
              <a:buSzPct val="65000"/>
              <a:buFont typeface="Wingdings 2" charset="2"/>
              <a:buChar char=""/>
            </a:pPr>
            <a:r>
              <a:rPr b="0" lang="ko-KR" sz="1800" spc="-1" strike="noStrike">
                <a:solidFill>
                  <a:srgbClr val="000000"/>
                </a:solidFill>
                <a:latin typeface="Constantia"/>
              </a:rPr>
              <a:t>넷째 수준</a:t>
            </a:r>
            <a:endParaRPr b="0" lang="es-CL" sz="1800" spc="-1" strike="noStrike">
              <a:solidFill>
                <a:srgbClr val="000000"/>
              </a:solidFill>
              <a:latin typeface="Constantia"/>
            </a:endParaRPr>
          </a:p>
          <a:p>
            <a:pPr lvl="4" marL="1463040" indent="-210240">
              <a:lnSpc>
                <a:spcPct val="100000"/>
              </a:lnSpc>
              <a:spcBef>
                <a:spcPts val="320"/>
              </a:spcBef>
              <a:buClr>
                <a:srgbClr val="10cf9b"/>
              </a:buClr>
              <a:buSzPct val="65000"/>
              <a:buFont typeface="Wingdings 2" charset="2"/>
              <a:buChar char=""/>
            </a:pPr>
            <a:r>
              <a:rPr b="0" lang="ko-KR" sz="1600" spc="-1" strike="noStrike">
                <a:solidFill>
                  <a:srgbClr val="000000"/>
                </a:solidFill>
                <a:latin typeface="Constantia"/>
              </a:rPr>
              <a:t>다섯째 수준</a:t>
            </a:r>
            <a:endParaRPr b="0" lang="es-CL" sz="1600" spc="-1" strike="noStrike">
              <a:solidFill>
                <a:srgbClr val="000000"/>
              </a:solidFill>
              <a:latin typeface="Constantia"/>
            </a:endParaRPr>
          </a:p>
        </p:txBody>
      </p:sp>
      <p:sp>
        <p:nvSpPr>
          <p:cNvPr id="99" name="PlaceHolder 3"/>
          <p:cNvSpPr>
            <a:spLocks noGrp="1"/>
          </p:cNvSpPr>
          <p:nvPr>
            <p:ph type="dt" idx="7"/>
          </p:nvPr>
        </p:nvSpPr>
        <p:spPr>
          <a:xfrm>
            <a:off x="457200" y="6356520"/>
            <a:ext cx="2133360" cy="364680"/>
          </a:xfrm>
          <a:prstGeom prst="rect">
            <a:avLst/>
          </a:prstGeom>
          <a:noFill/>
          <a:ln w="0">
            <a:noFill/>
          </a:ln>
        </p:spPr>
        <p:txBody>
          <a:bodyPr lIns="0" rIns="0" tIns="0" bIns="0" anchor="b">
            <a:noAutofit/>
          </a:bodyPr>
          <a:lstStyle>
            <a:lvl1pPr>
              <a:lnSpc>
                <a:spcPct val="100000"/>
              </a:lnSpc>
              <a:buNone/>
              <a:defRPr b="0" lang="es-CL" sz="1200" spc="-1" strike="noStrike">
                <a:solidFill>
                  <a:srgbClr val="035c75"/>
                </a:solidFill>
                <a:latin typeface="Constantia"/>
              </a:defRPr>
            </a:lvl1pPr>
          </a:lstStyle>
          <a:p>
            <a:pPr>
              <a:lnSpc>
                <a:spcPct val="100000"/>
              </a:lnSpc>
              <a:buNone/>
            </a:pPr>
            <a:r>
              <a:rPr b="0" lang="es-CL" sz="1200" spc="-1" strike="noStrike">
                <a:solidFill>
                  <a:srgbClr val="035c75"/>
                </a:solidFill>
                <a:latin typeface="Constantia"/>
              </a:rPr>
              <a:t>&lt;fecha/hora&gt;</a:t>
            </a:r>
            <a:endParaRPr b="0" lang="es-CL" sz="1200" spc="-1" strike="noStrike">
              <a:latin typeface="Times New Roman"/>
            </a:endParaRPr>
          </a:p>
        </p:txBody>
      </p:sp>
      <p:sp>
        <p:nvSpPr>
          <p:cNvPr id="100" name="PlaceHolder 4"/>
          <p:cNvSpPr>
            <a:spLocks noGrp="1"/>
          </p:cNvSpPr>
          <p:nvPr>
            <p:ph type="ftr" idx="8"/>
          </p:nvPr>
        </p:nvSpPr>
        <p:spPr>
          <a:xfrm>
            <a:off x="2666880" y="6356520"/>
            <a:ext cx="3352320" cy="364680"/>
          </a:xfrm>
          <a:prstGeom prst="rect">
            <a:avLst/>
          </a:prstGeom>
          <a:noFill/>
          <a:ln w="0">
            <a:noFill/>
          </a:ln>
        </p:spPr>
        <p:txBody>
          <a:bodyPr lIns="0" rIns="0" tIns="0" bIns="0" anchor="b">
            <a:noAutofit/>
          </a:bodyPr>
          <a:lstStyle>
            <a:lvl1pPr algn="ctr">
              <a:buNone/>
              <a:defRPr b="0" lang="es-CL" sz="1400" spc="-1" strike="noStrike">
                <a:latin typeface="Times New Roman"/>
              </a:defRPr>
            </a:lvl1pPr>
          </a:lstStyle>
          <a:p>
            <a:pPr algn="ctr">
              <a:buNone/>
            </a:pPr>
            <a:r>
              <a:rPr b="0" lang="es-CL" sz="1400" spc="-1" strike="noStrike">
                <a:latin typeface="Times New Roman"/>
              </a:rPr>
              <a:t>&lt;pie de página&gt;</a:t>
            </a:r>
            <a:endParaRPr b="0" lang="es-CL" sz="1400" spc="-1" strike="noStrike">
              <a:latin typeface="Times New Roman"/>
            </a:endParaRPr>
          </a:p>
        </p:txBody>
      </p:sp>
      <p:sp>
        <p:nvSpPr>
          <p:cNvPr id="101" name="PlaceHolder 5"/>
          <p:cNvSpPr>
            <a:spLocks noGrp="1"/>
          </p:cNvSpPr>
          <p:nvPr>
            <p:ph type="sldNum" idx="9"/>
          </p:nvPr>
        </p:nvSpPr>
        <p:spPr>
          <a:xfrm>
            <a:off x="7924680" y="6356520"/>
            <a:ext cx="761760" cy="364680"/>
          </a:xfrm>
          <a:prstGeom prst="rect">
            <a:avLst/>
          </a:prstGeom>
          <a:noFill/>
          <a:ln w="0">
            <a:noFill/>
          </a:ln>
        </p:spPr>
        <p:txBody>
          <a:bodyPr lIns="0" rIns="0" tIns="0" bIns="0" anchor="b">
            <a:noAutofit/>
          </a:bodyPr>
          <a:lstStyle>
            <a:lvl1pPr algn="r">
              <a:lnSpc>
                <a:spcPct val="100000"/>
              </a:lnSpc>
              <a:buNone/>
              <a:defRPr b="0" lang="es-CL" sz="1200" spc="-1" strike="noStrike">
                <a:solidFill>
                  <a:srgbClr val="035c75"/>
                </a:solidFill>
                <a:latin typeface="Constantia"/>
              </a:defRPr>
            </a:lvl1pPr>
          </a:lstStyle>
          <a:p>
            <a:pPr algn="r">
              <a:lnSpc>
                <a:spcPct val="100000"/>
              </a:lnSpc>
              <a:buNone/>
            </a:pPr>
            <a:fld id="{9E0C4C17-1DA9-411F-ACCA-B0227B0D69A5}" type="slidenum">
              <a:rPr b="0" lang="es-CL" sz="1200" spc="-1" strike="noStrike">
                <a:solidFill>
                  <a:srgbClr val="035c75"/>
                </a:solidFill>
                <a:latin typeface="Constantia"/>
              </a:rPr>
              <a:t>&lt;número&gt;</a:t>
            </a:fld>
            <a:endParaRPr b="0" lang="es-CL" sz="120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a:blipFill>
      </p:bgPr>
    </p:bg>
    <p:spTree>
      <p:nvGrpSpPr>
        <p:cNvPr id="1" name=""/>
        <p:cNvGrpSpPr/>
        <p:nvPr/>
      </p:nvGrpSpPr>
      <p:grpSpPr>
        <a:xfrm>
          <a:off x="0" y="0"/>
          <a:ext cx="0" cy="0"/>
          <a:chOff x="0" y="0"/>
          <a:chExt cx="0" cy="0"/>
        </a:xfrm>
      </p:grpSpPr>
      <p:sp>
        <p:nvSpPr>
          <p:cNvPr id="138" name="자유형 6"/>
          <p:cNvSpPr/>
          <p:nvPr/>
        </p:nvSpPr>
        <p:spPr>
          <a:xfrm>
            <a:off x="-9360" y="-7200"/>
            <a:ext cx="9162720" cy="1041120"/>
          </a:xfrm>
          <a:custGeom>
            <a:avLst/>
            <a:gdLst/>
            <a:ahLst/>
            <a:rect l="l" t="t" r="r" b="b"/>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rotWithShape="0">
            <a:gsLst>
              <a:gs pos="0">
                <a:srgbClr val="0074a0">
                  <a:alpha val="45098"/>
                </a:srgbClr>
              </a:gs>
              <a:gs pos="100000">
                <a:srgbClr val="00c4cd">
                  <a:alpha val="55294"/>
                </a:srgbClr>
              </a:gs>
            </a:gsLst>
            <a:lin ang="5400000"/>
          </a:gradFill>
          <a:ln w="9525">
            <a:noFill/>
          </a:ln>
        </p:spPr>
        <p:style>
          <a:lnRef idx="0"/>
          <a:fillRef idx="0"/>
          <a:effectRef idx="0"/>
          <a:fontRef idx="minor"/>
        </p:style>
      </p:sp>
      <p:sp>
        <p:nvSpPr>
          <p:cNvPr id="139" name="자유형 7"/>
          <p:cNvSpPr/>
          <p:nvPr/>
        </p:nvSpPr>
        <p:spPr>
          <a:xfrm>
            <a:off x="4381560" y="-7200"/>
            <a:ext cx="4762080" cy="637920"/>
          </a:xfrm>
          <a:custGeom>
            <a:avLst/>
            <a:gdLst/>
            <a:ahLst/>
            <a:rect l="l" t="t" r="r" b="b"/>
            <a:pathLst>
              <a:path w="3000" h="595">
                <a:moveTo>
                  <a:pt x="0" y="0"/>
                </a:moveTo>
                <a:cubicBezTo>
                  <a:pt x="174" y="102"/>
                  <a:pt x="1168" y="533"/>
                  <a:pt x="1668" y="564"/>
                </a:cubicBezTo>
                <a:cubicBezTo>
                  <a:pt x="2168" y="595"/>
                  <a:pt x="2778" y="279"/>
                  <a:pt x="3000" y="186"/>
                </a:cubicBezTo>
                <a:lnTo>
                  <a:pt x="3000" y="6"/>
                </a:lnTo>
                <a:lnTo>
                  <a:pt x="0" y="0"/>
                </a:lnTo>
                <a:close/>
              </a:path>
            </a:pathLst>
          </a:custGeom>
          <a:gradFill rotWithShape="0">
            <a:gsLst>
              <a:gs pos="20000">
                <a:srgbClr val="008abf">
                  <a:alpha val="45098"/>
                </a:srgbClr>
              </a:gs>
              <a:gs pos="100000">
                <a:srgbClr val="00a0a8">
                  <a:alpha val="30196"/>
                </a:srgbClr>
              </a:gs>
            </a:gsLst>
            <a:lin ang="16200000"/>
          </a:gradFill>
          <a:ln w="9525">
            <a:noFill/>
          </a:ln>
        </p:spPr>
        <p:style>
          <a:lnRef idx="0"/>
          <a:fillRef idx="0"/>
          <a:effectRef idx="0"/>
          <a:fontRef idx="minor"/>
        </p:style>
      </p:sp>
      <p:grpSp>
        <p:nvGrpSpPr>
          <p:cNvPr id="140" name="그룹 1"/>
          <p:cNvGrpSpPr/>
          <p:nvPr/>
        </p:nvGrpSpPr>
        <p:grpSpPr>
          <a:xfrm>
            <a:off x="-29160" y="-16560"/>
            <a:ext cx="9197640" cy="1086120"/>
            <a:chOff x="-29160" y="-16560"/>
            <a:chExt cx="9197640" cy="1086120"/>
          </a:xfrm>
        </p:grpSpPr>
        <p:sp>
          <p:nvSpPr>
            <p:cNvPr id="141" name="자유형 11"/>
            <p:cNvSpPr/>
            <p:nvPr/>
          </p:nvSpPr>
          <p:spPr>
            <a:xfrm rot="21435600">
              <a:off x="-18720" y="201960"/>
              <a:ext cx="9162720" cy="648720"/>
            </a:xfrm>
            <a:custGeom>
              <a:avLst/>
              <a:gdLst/>
              <a:ahLst/>
              <a:rect l="l" t="t" r="r" b="b"/>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a:solidFill>
                <a:srgbClr val="09b7bf"/>
              </a:solidFill>
              <a:round/>
            </a:ln>
          </p:spPr>
          <p:style>
            <a:lnRef idx="0"/>
            <a:fillRef idx="0"/>
            <a:effectRef idx="0"/>
            <a:fontRef idx="minor"/>
          </p:style>
        </p:sp>
        <p:sp>
          <p:nvSpPr>
            <p:cNvPr id="142" name="자유형 12"/>
            <p:cNvSpPr/>
            <p:nvPr/>
          </p:nvSpPr>
          <p:spPr>
            <a:xfrm rot="21435600">
              <a:off x="-14040" y="275400"/>
              <a:ext cx="9175320" cy="529920"/>
            </a:xfrm>
            <a:custGeom>
              <a:avLst/>
              <a:gdLst/>
              <a:ahLst/>
              <a:rect l="l" t="t" r="r" b="b"/>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a:solidFill>
                <a:srgbClr val="0f6fc6"/>
              </a:solidFill>
              <a:round/>
            </a:ln>
          </p:spPr>
          <p:style>
            <a:lnRef idx="0"/>
            <a:fillRef idx="0"/>
            <a:effectRef idx="0"/>
            <a:fontRef idx="minor"/>
          </p:style>
        </p:sp>
      </p:grpSp>
      <p:sp>
        <p:nvSpPr>
          <p:cNvPr id="143" name="PlaceHolder 1"/>
          <p:cNvSpPr>
            <a:spLocks noGrp="1"/>
          </p:cNvSpPr>
          <p:nvPr>
            <p:ph type="title"/>
          </p:nvPr>
        </p:nvSpPr>
        <p:spPr>
          <a:xfrm>
            <a:off x="457200" y="704160"/>
            <a:ext cx="8229240" cy="1142640"/>
          </a:xfrm>
          <a:prstGeom prst="rect">
            <a:avLst/>
          </a:prstGeom>
          <a:noFill/>
          <a:ln w="0">
            <a:noFill/>
          </a:ln>
        </p:spPr>
        <p:txBody>
          <a:bodyPr lIns="0" rIns="0" tIns="45000" bIns="0" anchor="b">
            <a:noAutofit/>
          </a:bodyPr>
          <a:p>
            <a:pPr>
              <a:lnSpc>
                <a:spcPct val="100000"/>
              </a:lnSpc>
              <a:buNone/>
            </a:pPr>
            <a:r>
              <a:rPr b="0" lang="ko-KR" sz="4000" spc="-1" strike="noStrike">
                <a:solidFill>
                  <a:srgbClr val="04617b"/>
                </a:solidFill>
                <a:latin typeface="Calibri"/>
              </a:rPr>
              <a:t>마스터 제목 스타일 편집</a:t>
            </a:r>
            <a:endParaRPr b="0" lang="es-CL" sz="4000" spc="-1" strike="noStrike">
              <a:solidFill>
                <a:srgbClr val="000000"/>
              </a:solidFill>
              <a:latin typeface="Constantia"/>
            </a:endParaRPr>
          </a:p>
        </p:txBody>
      </p:sp>
      <p:sp>
        <p:nvSpPr>
          <p:cNvPr id="144" name="PlaceHolder 2"/>
          <p:cNvSpPr>
            <a:spLocks noGrp="1"/>
          </p:cNvSpPr>
          <p:nvPr>
            <p:ph type="body"/>
          </p:nvPr>
        </p:nvSpPr>
        <p:spPr>
          <a:xfrm>
            <a:off x="457200" y="1935360"/>
            <a:ext cx="8229240" cy="4388760"/>
          </a:xfrm>
          <a:prstGeom prst="rect">
            <a:avLst/>
          </a:prstGeom>
          <a:noFill/>
          <a:ln w="0">
            <a:noFill/>
          </a:ln>
        </p:spPr>
        <p:txBody>
          <a:bodyPr lIns="90000" rIns="90000" tIns="45000" bIns="45000" anchor="t">
            <a:noAutofit/>
          </a:bodyPr>
          <a:p>
            <a:pPr marL="274320" indent="-274320">
              <a:lnSpc>
                <a:spcPct val="100000"/>
              </a:lnSpc>
              <a:spcBef>
                <a:spcPts val="519"/>
              </a:spcBef>
              <a:buClr>
                <a:srgbClr val="0bd0d9"/>
              </a:buClr>
              <a:buSzPct val="95000"/>
              <a:buFont typeface="Wingdings 2" charset="2"/>
              <a:buChar char=""/>
            </a:pPr>
            <a:r>
              <a:rPr b="0" lang="ko-KR" sz="2600" spc="-1" strike="noStrike">
                <a:solidFill>
                  <a:srgbClr val="000000"/>
                </a:solidFill>
                <a:latin typeface="Constantia"/>
              </a:rPr>
              <a:t>마스터 텍스트 스타일을 편집합니다</a:t>
            </a:r>
            <a:endParaRPr b="0" lang="es-CL" sz="2600" spc="-1" strike="noStrike">
              <a:solidFill>
                <a:srgbClr val="000000"/>
              </a:solidFill>
              <a:latin typeface="Constantia"/>
            </a:endParaRPr>
          </a:p>
          <a:p>
            <a:pPr lvl="1" marL="640080" indent="-246960">
              <a:lnSpc>
                <a:spcPct val="100000"/>
              </a:lnSpc>
              <a:spcBef>
                <a:spcPts val="479"/>
              </a:spcBef>
              <a:buClr>
                <a:srgbClr val="0f6fc6"/>
              </a:buClr>
              <a:buSzPct val="85000"/>
              <a:buFont typeface="Wingdings 2" charset="2"/>
              <a:buChar char=""/>
            </a:pPr>
            <a:r>
              <a:rPr b="0" lang="ko-KR" sz="2400" spc="-1" strike="noStrike">
                <a:solidFill>
                  <a:srgbClr val="000000"/>
                </a:solidFill>
                <a:latin typeface="Constantia"/>
              </a:rPr>
              <a:t>둘째 수준</a:t>
            </a:r>
            <a:endParaRPr b="0" lang="es-CL" sz="2400" spc="-1" strike="noStrike">
              <a:solidFill>
                <a:srgbClr val="000000"/>
              </a:solidFill>
              <a:latin typeface="Constantia"/>
            </a:endParaRPr>
          </a:p>
          <a:p>
            <a:pPr lvl="2" marL="914400" indent="-246960">
              <a:lnSpc>
                <a:spcPct val="100000"/>
              </a:lnSpc>
              <a:spcBef>
                <a:spcPts val="420"/>
              </a:spcBef>
              <a:buClr>
                <a:srgbClr val="009dd9"/>
              </a:buClr>
              <a:buSzPct val="70000"/>
              <a:buFont typeface="Wingdings 2" charset="2"/>
              <a:buChar char=""/>
            </a:pPr>
            <a:r>
              <a:rPr b="0" lang="ko-KR" sz="2100" spc="-1" strike="noStrike">
                <a:solidFill>
                  <a:srgbClr val="000000"/>
                </a:solidFill>
                <a:latin typeface="Constantia"/>
              </a:rPr>
              <a:t>셋째 수준</a:t>
            </a:r>
            <a:endParaRPr b="0" lang="es-CL" sz="2100" spc="-1" strike="noStrike">
              <a:solidFill>
                <a:srgbClr val="000000"/>
              </a:solidFill>
              <a:latin typeface="Constantia"/>
            </a:endParaRPr>
          </a:p>
          <a:p>
            <a:pPr lvl="3" marL="1188720" indent="-210240">
              <a:lnSpc>
                <a:spcPct val="100000"/>
              </a:lnSpc>
              <a:spcBef>
                <a:spcPts val="360"/>
              </a:spcBef>
              <a:buClr>
                <a:srgbClr val="0bd0d9"/>
              </a:buClr>
              <a:buSzPct val="65000"/>
              <a:buFont typeface="Wingdings 2" charset="2"/>
              <a:buChar char=""/>
            </a:pPr>
            <a:r>
              <a:rPr b="0" lang="ko-KR" sz="1800" spc="-1" strike="noStrike">
                <a:solidFill>
                  <a:srgbClr val="000000"/>
                </a:solidFill>
                <a:latin typeface="Constantia"/>
              </a:rPr>
              <a:t>넷째 수준</a:t>
            </a:r>
            <a:endParaRPr b="0" lang="es-CL" sz="1800" spc="-1" strike="noStrike">
              <a:solidFill>
                <a:srgbClr val="000000"/>
              </a:solidFill>
              <a:latin typeface="Constantia"/>
            </a:endParaRPr>
          </a:p>
          <a:p>
            <a:pPr lvl="4" marL="1463040" indent="-210240">
              <a:lnSpc>
                <a:spcPct val="100000"/>
              </a:lnSpc>
              <a:spcBef>
                <a:spcPts val="320"/>
              </a:spcBef>
              <a:buClr>
                <a:srgbClr val="10cf9b"/>
              </a:buClr>
              <a:buSzPct val="65000"/>
              <a:buFont typeface="Wingdings 2" charset="2"/>
              <a:buChar char=""/>
            </a:pPr>
            <a:r>
              <a:rPr b="0" lang="ko-KR" sz="1600" spc="-1" strike="noStrike">
                <a:solidFill>
                  <a:srgbClr val="000000"/>
                </a:solidFill>
                <a:latin typeface="Constantia"/>
              </a:rPr>
              <a:t>다섯째 수준</a:t>
            </a:r>
            <a:endParaRPr b="0" lang="es-CL" sz="1600" spc="-1" strike="noStrike">
              <a:solidFill>
                <a:srgbClr val="000000"/>
              </a:solidFill>
              <a:latin typeface="Constantia"/>
            </a:endParaRPr>
          </a:p>
        </p:txBody>
      </p:sp>
      <p:sp>
        <p:nvSpPr>
          <p:cNvPr id="145" name="PlaceHolder 3"/>
          <p:cNvSpPr>
            <a:spLocks noGrp="1"/>
          </p:cNvSpPr>
          <p:nvPr>
            <p:ph type="dt" idx="10"/>
          </p:nvPr>
        </p:nvSpPr>
        <p:spPr>
          <a:xfrm>
            <a:off x="457200" y="6356520"/>
            <a:ext cx="2133360" cy="364680"/>
          </a:xfrm>
          <a:prstGeom prst="rect">
            <a:avLst/>
          </a:prstGeom>
          <a:noFill/>
          <a:ln w="0">
            <a:noFill/>
          </a:ln>
        </p:spPr>
        <p:txBody>
          <a:bodyPr lIns="0" rIns="0" tIns="0" bIns="0" anchor="b">
            <a:noAutofit/>
          </a:bodyPr>
          <a:lstStyle>
            <a:lvl1pPr>
              <a:lnSpc>
                <a:spcPct val="100000"/>
              </a:lnSpc>
              <a:buNone/>
              <a:defRPr b="0" lang="es-CL" sz="1200" spc="-1" strike="noStrike">
                <a:solidFill>
                  <a:srgbClr val="035c75"/>
                </a:solidFill>
                <a:latin typeface="Constantia"/>
              </a:defRPr>
            </a:lvl1pPr>
          </a:lstStyle>
          <a:p>
            <a:pPr>
              <a:lnSpc>
                <a:spcPct val="100000"/>
              </a:lnSpc>
              <a:buNone/>
            </a:pPr>
            <a:r>
              <a:rPr b="0" lang="es-CL" sz="1200" spc="-1" strike="noStrike">
                <a:solidFill>
                  <a:srgbClr val="035c75"/>
                </a:solidFill>
                <a:latin typeface="Constantia"/>
              </a:rPr>
              <a:t>&lt;fecha/hora&gt;</a:t>
            </a:r>
            <a:endParaRPr b="0" lang="es-CL" sz="1200" spc="-1" strike="noStrike">
              <a:latin typeface="Times New Roman"/>
            </a:endParaRPr>
          </a:p>
        </p:txBody>
      </p:sp>
      <p:sp>
        <p:nvSpPr>
          <p:cNvPr id="146" name="PlaceHolder 4"/>
          <p:cNvSpPr>
            <a:spLocks noGrp="1"/>
          </p:cNvSpPr>
          <p:nvPr>
            <p:ph type="ftr" idx="11"/>
          </p:nvPr>
        </p:nvSpPr>
        <p:spPr>
          <a:xfrm>
            <a:off x="2666880" y="6356520"/>
            <a:ext cx="3352320" cy="364680"/>
          </a:xfrm>
          <a:prstGeom prst="rect">
            <a:avLst/>
          </a:prstGeom>
          <a:noFill/>
          <a:ln w="0">
            <a:noFill/>
          </a:ln>
        </p:spPr>
        <p:txBody>
          <a:bodyPr lIns="0" rIns="0" tIns="0" bIns="0" anchor="b">
            <a:noAutofit/>
          </a:bodyPr>
          <a:lstStyle>
            <a:lvl1pPr algn="ctr">
              <a:buNone/>
              <a:defRPr b="0" lang="es-CL" sz="1400" spc="-1" strike="noStrike">
                <a:latin typeface="Times New Roman"/>
              </a:defRPr>
            </a:lvl1pPr>
          </a:lstStyle>
          <a:p>
            <a:pPr algn="ctr">
              <a:buNone/>
            </a:pPr>
            <a:r>
              <a:rPr b="0" lang="es-CL" sz="1400" spc="-1" strike="noStrike">
                <a:latin typeface="Times New Roman"/>
              </a:rPr>
              <a:t>&lt;pie de página&gt;</a:t>
            </a:r>
            <a:endParaRPr b="0" lang="es-CL" sz="1400" spc="-1" strike="noStrike">
              <a:latin typeface="Times New Roman"/>
            </a:endParaRPr>
          </a:p>
        </p:txBody>
      </p:sp>
      <p:sp>
        <p:nvSpPr>
          <p:cNvPr id="147" name="PlaceHolder 5"/>
          <p:cNvSpPr>
            <a:spLocks noGrp="1"/>
          </p:cNvSpPr>
          <p:nvPr>
            <p:ph type="sldNum" idx="12"/>
          </p:nvPr>
        </p:nvSpPr>
        <p:spPr>
          <a:xfrm>
            <a:off x="7924680" y="6356520"/>
            <a:ext cx="761760" cy="364680"/>
          </a:xfrm>
          <a:prstGeom prst="rect">
            <a:avLst/>
          </a:prstGeom>
          <a:noFill/>
          <a:ln w="0">
            <a:noFill/>
          </a:ln>
        </p:spPr>
        <p:txBody>
          <a:bodyPr lIns="0" rIns="0" tIns="0" bIns="0" anchor="b">
            <a:noAutofit/>
          </a:bodyPr>
          <a:lstStyle>
            <a:lvl1pPr algn="r">
              <a:lnSpc>
                <a:spcPct val="100000"/>
              </a:lnSpc>
              <a:buNone/>
              <a:defRPr b="0" lang="es-CL" sz="1200" spc="-1" strike="noStrike">
                <a:solidFill>
                  <a:srgbClr val="035c75"/>
                </a:solidFill>
                <a:latin typeface="Constantia"/>
              </a:defRPr>
            </a:lvl1pPr>
          </a:lstStyle>
          <a:p>
            <a:pPr algn="r">
              <a:lnSpc>
                <a:spcPct val="100000"/>
              </a:lnSpc>
              <a:buNone/>
            </a:pPr>
            <a:fld id="{E169A311-1170-495D-B748-DB1DAB30F06B}" type="slidenum">
              <a:rPr b="0" lang="es-CL" sz="1200" spc="-1" strike="noStrike">
                <a:solidFill>
                  <a:srgbClr val="035c75"/>
                </a:solidFill>
                <a:latin typeface="Constantia"/>
              </a:rPr>
              <a:t>&lt;número&gt;</a:t>
            </a:fld>
            <a:endParaRPr b="0" lang="es-CL" sz="120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 id="2147483697" r:id="rId12"/>
    <p:sldLayoutId id="2147483698" r:id="rId13"/>
    <p:sldLayoutId id="2147483699" r:id="rId14"/>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a:blipFill>
      </p:bgPr>
    </p:bg>
    <p:spTree>
      <p:nvGrpSpPr>
        <p:cNvPr id="1" name=""/>
        <p:cNvGrpSpPr/>
        <p:nvPr/>
      </p:nvGrpSpPr>
      <p:grpSpPr>
        <a:xfrm>
          <a:off x="0" y="0"/>
          <a:ext cx="0" cy="0"/>
          <a:chOff x="0" y="0"/>
          <a:chExt cx="0" cy="0"/>
        </a:xfrm>
      </p:grpSpPr>
      <p:sp>
        <p:nvSpPr>
          <p:cNvPr id="184" name="자유형 6"/>
          <p:cNvSpPr/>
          <p:nvPr/>
        </p:nvSpPr>
        <p:spPr>
          <a:xfrm>
            <a:off x="-9360" y="-7200"/>
            <a:ext cx="9162720" cy="1041120"/>
          </a:xfrm>
          <a:custGeom>
            <a:avLst/>
            <a:gdLst/>
            <a:ahLst/>
            <a:rect l="l" t="t" r="r" b="b"/>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rotWithShape="0">
            <a:gsLst>
              <a:gs pos="0">
                <a:srgbClr val="0074a0">
                  <a:alpha val="45098"/>
                </a:srgbClr>
              </a:gs>
              <a:gs pos="100000">
                <a:srgbClr val="00c4cd">
                  <a:alpha val="55294"/>
                </a:srgbClr>
              </a:gs>
            </a:gsLst>
            <a:lin ang="5400000"/>
          </a:gradFill>
          <a:ln w="9525">
            <a:noFill/>
          </a:ln>
        </p:spPr>
        <p:style>
          <a:lnRef idx="0"/>
          <a:fillRef idx="0"/>
          <a:effectRef idx="0"/>
          <a:fontRef idx="minor"/>
        </p:style>
      </p:sp>
      <p:sp>
        <p:nvSpPr>
          <p:cNvPr id="185" name="자유형 7"/>
          <p:cNvSpPr/>
          <p:nvPr/>
        </p:nvSpPr>
        <p:spPr>
          <a:xfrm>
            <a:off x="4381560" y="-7200"/>
            <a:ext cx="4762080" cy="637920"/>
          </a:xfrm>
          <a:custGeom>
            <a:avLst/>
            <a:gdLst/>
            <a:ahLst/>
            <a:rect l="l" t="t" r="r" b="b"/>
            <a:pathLst>
              <a:path w="3000" h="595">
                <a:moveTo>
                  <a:pt x="0" y="0"/>
                </a:moveTo>
                <a:cubicBezTo>
                  <a:pt x="174" y="102"/>
                  <a:pt x="1168" y="533"/>
                  <a:pt x="1668" y="564"/>
                </a:cubicBezTo>
                <a:cubicBezTo>
                  <a:pt x="2168" y="595"/>
                  <a:pt x="2778" y="279"/>
                  <a:pt x="3000" y="186"/>
                </a:cubicBezTo>
                <a:lnTo>
                  <a:pt x="3000" y="6"/>
                </a:lnTo>
                <a:lnTo>
                  <a:pt x="0" y="0"/>
                </a:lnTo>
                <a:close/>
              </a:path>
            </a:pathLst>
          </a:custGeom>
          <a:gradFill rotWithShape="0">
            <a:gsLst>
              <a:gs pos="20000">
                <a:srgbClr val="008abf">
                  <a:alpha val="45098"/>
                </a:srgbClr>
              </a:gs>
              <a:gs pos="100000">
                <a:srgbClr val="00a0a8">
                  <a:alpha val="30196"/>
                </a:srgbClr>
              </a:gs>
            </a:gsLst>
            <a:lin ang="16200000"/>
          </a:gradFill>
          <a:ln w="9525">
            <a:noFill/>
          </a:ln>
        </p:spPr>
        <p:style>
          <a:lnRef idx="0"/>
          <a:fillRef idx="0"/>
          <a:effectRef idx="0"/>
          <a:fontRef idx="minor"/>
        </p:style>
      </p:sp>
      <p:grpSp>
        <p:nvGrpSpPr>
          <p:cNvPr id="186" name="그룹 1"/>
          <p:cNvGrpSpPr/>
          <p:nvPr/>
        </p:nvGrpSpPr>
        <p:grpSpPr>
          <a:xfrm>
            <a:off x="-29160" y="-16560"/>
            <a:ext cx="9197640" cy="1086120"/>
            <a:chOff x="-29160" y="-16560"/>
            <a:chExt cx="9197640" cy="1086120"/>
          </a:xfrm>
        </p:grpSpPr>
        <p:sp>
          <p:nvSpPr>
            <p:cNvPr id="187" name="자유형 11"/>
            <p:cNvSpPr/>
            <p:nvPr/>
          </p:nvSpPr>
          <p:spPr>
            <a:xfrm rot="21435600">
              <a:off x="-18720" y="201960"/>
              <a:ext cx="9162720" cy="648720"/>
            </a:xfrm>
            <a:custGeom>
              <a:avLst/>
              <a:gdLst/>
              <a:ahLst/>
              <a:rect l="l" t="t" r="r" b="b"/>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a:solidFill>
                <a:srgbClr val="09b7bf"/>
              </a:solidFill>
              <a:round/>
            </a:ln>
          </p:spPr>
          <p:style>
            <a:lnRef idx="0"/>
            <a:fillRef idx="0"/>
            <a:effectRef idx="0"/>
            <a:fontRef idx="minor"/>
          </p:style>
        </p:sp>
        <p:sp>
          <p:nvSpPr>
            <p:cNvPr id="188" name="자유형 12"/>
            <p:cNvSpPr/>
            <p:nvPr/>
          </p:nvSpPr>
          <p:spPr>
            <a:xfrm rot="21435600">
              <a:off x="-14040" y="275400"/>
              <a:ext cx="9175320" cy="529920"/>
            </a:xfrm>
            <a:custGeom>
              <a:avLst/>
              <a:gdLst/>
              <a:ahLst/>
              <a:rect l="l" t="t" r="r" b="b"/>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a:solidFill>
                <a:srgbClr val="0f6fc6"/>
              </a:solidFill>
              <a:round/>
            </a:ln>
          </p:spPr>
          <p:style>
            <a:lnRef idx="0"/>
            <a:fillRef idx="0"/>
            <a:effectRef idx="0"/>
            <a:fontRef idx="minor"/>
          </p:style>
        </p:sp>
      </p:grpSp>
      <p:sp>
        <p:nvSpPr>
          <p:cNvPr id="189" name="PlaceHolder 1"/>
          <p:cNvSpPr>
            <a:spLocks noGrp="1"/>
          </p:cNvSpPr>
          <p:nvPr>
            <p:ph type="title"/>
          </p:nvPr>
        </p:nvSpPr>
        <p:spPr>
          <a:xfrm>
            <a:off x="457200" y="704160"/>
            <a:ext cx="8229240" cy="1142640"/>
          </a:xfrm>
          <a:prstGeom prst="rect">
            <a:avLst/>
          </a:prstGeom>
          <a:noFill/>
          <a:ln w="0">
            <a:noFill/>
          </a:ln>
        </p:spPr>
        <p:txBody>
          <a:bodyPr lIns="0" rIns="0" tIns="45000" bIns="0" anchor="b">
            <a:noAutofit/>
          </a:bodyPr>
          <a:p>
            <a:pPr>
              <a:lnSpc>
                <a:spcPct val="100000"/>
              </a:lnSpc>
              <a:buNone/>
            </a:pPr>
            <a:r>
              <a:rPr b="0" lang="ko-KR" sz="4000" spc="-1" strike="noStrike">
                <a:solidFill>
                  <a:srgbClr val="04617b"/>
                </a:solidFill>
                <a:latin typeface="Calibri"/>
              </a:rPr>
              <a:t>마스터 제목 스타일 편집</a:t>
            </a:r>
            <a:endParaRPr b="0" lang="es-CL" sz="4000" spc="-1" strike="noStrike">
              <a:solidFill>
                <a:srgbClr val="000000"/>
              </a:solidFill>
              <a:latin typeface="Constantia"/>
            </a:endParaRPr>
          </a:p>
        </p:txBody>
      </p:sp>
      <p:sp>
        <p:nvSpPr>
          <p:cNvPr id="190" name="PlaceHolder 2"/>
          <p:cNvSpPr>
            <a:spLocks noGrp="1"/>
          </p:cNvSpPr>
          <p:nvPr>
            <p:ph type="body"/>
          </p:nvPr>
        </p:nvSpPr>
        <p:spPr>
          <a:xfrm>
            <a:off x="457200" y="1935360"/>
            <a:ext cx="8229240" cy="4388760"/>
          </a:xfrm>
          <a:prstGeom prst="rect">
            <a:avLst/>
          </a:prstGeom>
          <a:noFill/>
          <a:ln w="0">
            <a:noFill/>
          </a:ln>
        </p:spPr>
        <p:txBody>
          <a:bodyPr lIns="90000" rIns="90000" tIns="45000" bIns="45000" anchor="t">
            <a:noAutofit/>
          </a:bodyPr>
          <a:p>
            <a:pPr marL="274320" indent="-274320">
              <a:lnSpc>
                <a:spcPct val="100000"/>
              </a:lnSpc>
              <a:spcBef>
                <a:spcPts val="519"/>
              </a:spcBef>
              <a:buClr>
                <a:srgbClr val="0bd0d9"/>
              </a:buClr>
              <a:buSzPct val="95000"/>
              <a:buFont typeface="Wingdings 2" charset="2"/>
              <a:buChar char=""/>
            </a:pPr>
            <a:r>
              <a:rPr b="0" lang="ko-KR" sz="2600" spc="-1" strike="noStrike">
                <a:solidFill>
                  <a:srgbClr val="000000"/>
                </a:solidFill>
                <a:latin typeface="Constantia"/>
              </a:rPr>
              <a:t>마스터 텍스트 스타일을 편집합니다</a:t>
            </a:r>
            <a:endParaRPr b="0" lang="es-CL" sz="2600" spc="-1" strike="noStrike">
              <a:solidFill>
                <a:srgbClr val="000000"/>
              </a:solidFill>
              <a:latin typeface="Constantia"/>
            </a:endParaRPr>
          </a:p>
          <a:p>
            <a:pPr lvl="1" marL="640080" indent="-246960">
              <a:lnSpc>
                <a:spcPct val="100000"/>
              </a:lnSpc>
              <a:spcBef>
                <a:spcPts val="479"/>
              </a:spcBef>
              <a:buClr>
                <a:srgbClr val="0f6fc6"/>
              </a:buClr>
              <a:buSzPct val="85000"/>
              <a:buFont typeface="Wingdings 2" charset="2"/>
              <a:buChar char=""/>
            </a:pPr>
            <a:r>
              <a:rPr b="0" lang="ko-KR" sz="2400" spc="-1" strike="noStrike">
                <a:solidFill>
                  <a:srgbClr val="000000"/>
                </a:solidFill>
                <a:latin typeface="Constantia"/>
              </a:rPr>
              <a:t>둘째 수준</a:t>
            </a:r>
            <a:endParaRPr b="0" lang="es-CL" sz="2400" spc="-1" strike="noStrike">
              <a:solidFill>
                <a:srgbClr val="000000"/>
              </a:solidFill>
              <a:latin typeface="Constantia"/>
            </a:endParaRPr>
          </a:p>
          <a:p>
            <a:pPr lvl="2" marL="914400" indent="-246960">
              <a:lnSpc>
                <a:spcPct val="100000"/>
              </a:lnSpc>
              <a:spcBef>
                <a:spcPts val="420"/>
              </a:spcBef>
              <a:buClr>
                <a:srgbClr val="009dd9"/>
              </a:buClr>
              <a:buSzPct val="70000"/>
              <a:buFont typeface="Wingdings 2" charset="2"/>
              <a:buChar char=""/>
            </a:pPr>
            <a:r>
              <a:rPr b="0" lang="ko-KR" sz="2100" spc="-1" strike="noStrike">
                <a:solidFill>
                  <a:srgbClr val="000000"/>
                </a:solidFill>
                <a:latin typeface="Constantia"/>
              </a:rPr>
              <a:t>셋째 수준</a:t>
            </a:r>
            <a:endParaRPr b="0" lang="es-CL" sz="2100" spc="-1" strike="noStrike">
              <a:solidFill>
                <a:srgbClr val="000000"/>
              </a:solidFill>
              <a:latin typeface="Constantia"/>
            </a:endParaRPr>
          </a:p>
          <a:p>
            <a:pPr lvl="3" marL="1188720" indent="-210240">
              <a:lnSpc>
                <a:spcPct val="100000"/>
              </a:lnSpc>
              <a:spcBef>
                <a:spcPts val="360"/>
              </a:spcBef>
              <a:buClr>
                <a:srgbClr val="0bd0d9"/>
              </a:buClr>
              <a:buSzPct val="65000"/>
              <a:buFont typeface="Wingdings 2" charset="2"/>
              <a:buChar char=""/>
            </a:pPr>
            <a:r>
              <a:rPr b="0" lang="ko-KR" sz="1800" spc="-1" strike="noStrike">
                <a:solidFill>
                  <a:srgbClr val="000000"/>
                </a:solidFill>
                <a:latin typeface="Constantia"/>
              </a:rPr>
              <a:t>넷째 수준</a:t>
            </a:r>
            <a:endParaRPr b="0" lang="es-CL" sz="1800" spc="-1" strike="noStrike">
              <a:solidFill>
                <a:srgbClr val="000000"/>
              </a:solidFill>
              <a:latin typeface="Constantia"/>
            </a:endParaRPr>
          </a:p>
          <a:p>
            <a:pPr lvl="4" marL="1463040" indent="-210240">
              <a:lnSpc>
                <a:spcPct val="100000"/>
              </a:lnSpc>
              <a:spcBef>
                <a:spcPts val="320"/>
              </a:spcBef>
              <a:buClr>
                <a:srgbClr val="10cf9b"/>
              </a:buClr>
              <a:buSzPct val="65000"/>
              <a:buFont typeface="Wingdings 2" charset="2"/>
              <a:buChar char=""/>
            </a:pPr>
            <a:r>
              <a:rPr b="0" lang="ko-KR" sz="1600" spc="-1" strike="noStrike">
                <a:solidFill>
                  <a:srgbClr val="000000"/>
                </a:solidFill>
                <a:latin typeface="Constantia"/>
              </a:rPr>
              <a:t>다섯째 수준</a:t>
            </a:r>
            <a:endParaRPr b="0" lang="es-CL" sz="1600" spc="-1" strike="noStrike">
              <a:solidFill>
                <a:srgbClr val="000000"/>
              </a:solidFill>
              <a:latin typeface="Constantia"/>
            </a:endParaRPr>
          </a:p>
        </p:txBody>
      </p:sp>
      <p:sp>
        <p:nvSpPr>
          <p:cNvPr id="191" name="PlaceHolder 3"/>
          <p:cNvSpPr>
            <a:spLocks noGrp="1"/>
          </p:cNvSpPr>
          <p:nvPr>
            <p:ph type="dt" idx="13"/>
          </p:nvPr>
        </p:nvSpPr>
        <p:spPr>
          <a:xfrm>
            <a:off x="457200" y="6356520"/>
            <a:ext cx="2133360" cy="364680"/>
          </a:xfrm>
          <a:prstGeom prst="rect">
            <a:avLst/>
          </a:prstGeom>
          <a:noFill/>
          <a:ln w="0">
            <a:noFill/>
          </a:ln>
        </p:spPr>
        <p:txBody>
          <a:bodyPr lIns="0" rIns="0" tIns="0" bIns="0" anchor="b">
            <a:noAutofit/>
          </a:bodyPr>
          <a:lstStyle>
            <a:lvl1pPr>
              <a:lnSpc>
                <a:spcPct val="100000"/>
              </a:lnSpc>
              <a:buNone/>
              <a:defRPr b="0" lang="es-CL" sz="1200" spc="-1" strike="noStrike">
                <a:solidFill>
                  <a:srgbClr val="035c75"/>
                </a:solidFill>
                <a:latin typeface="Constantia"/>
              </a:defRPr>
            </a:lvl1pPr>
          </a:lstStyle>
          <a:p>
            <a:pPr>
              <a:lnSpc>
                <a:spcPct val="100000"/>
              </a:lnSpc>
              <a:buNone/>
            </a:pPr>
            <a:r>
              <a:rPr b="0" lang="es-CL" sz="1200" spc="-1" strike="noStrike">
                <a:solidFill>
                  <a:srgbClr val="035c75"/>
                </a:solidFill>
                <a:latin typeface="Constantia"/>
              </a:rPr>
              <a:t>&lt;fecha/hora&gt;</a:t>
            </a:r>
            <a:endParaRPr b="0" lang="es-CL" sz="1200" spc="-1" strike="noStrike">
              <a:latin typeface="Times New Roman"/>
            </a:endParaRPr>
          </a:p>
        </p:txBody>
      </p:sp>
      <p:sp>
        <p:nvSpPr>
          <p:cNvPr id="192" name="PlaceHolder 4"/>
          <p:cNvSpPr>
            <a:spLocks noGrp="1"/>
          </p:cNvSpPr>
          <p:nvPr>
            <p:ph type="ftr" idx="14"/>
          </p:nvPr>
        </p:nvSpPr>
        <p:spPr>
          <a:xfrm>
            <a:off x="2666880" y="6356520"/>
            <a:ext cx="3352320" cy="364680"/>
          </a:xfrm>
          <a:prstGeom prst="rect">
            <a:avLst/>
          </a:prstGeom>
          <a:noFill/>
          <a:ln w="0">
            <a:noFill/>
          </a:ln>
        </p:spPr>
        <p:txBody>
          <a:bodyPr lIns="0" rIns="0" tIns="0" bIns="0" anchor="b">
            <a:noAutofit/>
          </a:bodyPr>
          <a:lstStyle>
            <a:lvl1pPr algn="ctr">
              <a:buNone/>
              <a:defRPr b="0" lang="es-CL" sz="1400" spc="-1" strike="noStrike">
                <a:latin typeface="Times New Roman"/>
              </a:defRPr>
            </a:lvl1pPr>
          </a:lstStyle>
          <a:p>
            <a:pPr algn="ctr">
              <a:buNone/>
            </a:pPr>
            <a:r>
              <a:rPr b="0" lang="es-CL" sz="1400" spc="-1" strike="noStrike">
                <a:latin typeface="Times New Roman"/>
              </a:rPr>
              <a:t>&lt;pie de página&gt;</a:t>
            </a:r>
            <a:endParaRPr b="0" lang="es-CL" sz="1400" spc="-1" strike="noStrike">
              <a:latin typeface="Times New Roman"/>
            </a:endParaRPr>
          </a:p>
        </p:txBody>
      </p:sp>
      <p:sp>
        <p:nvSpPr>
          <p:cNvPr id="193" name="PlaceHolder 5"/>
          <p:cNvSpPr>
            <a:spLocks noGrp="1"/>
          </p:cNvSpPr>
          <p:nvPr>
            <p:ph type="sldNum" idx="15"/>
          </p:nvPr>
        </p:nvSpPr>
        <p:spPr>
          <a:xfrm>
            <a:off x="7924680" y="6356520"/>
            <a:ext cx="761760" cy="364680"/>
          </a:xfrm>
          <a:prstGeom prst="rect">
            <a:avLst/>
          </a:prstGeom>
          <a:noFill/>
          <a:ln w="0">
            <a:noFill/>
          </a:ln>
        </p:spPr>
        <p:txBody>
          <a:bodyPr lIns="0" rIns="0" tIns="0" bIns="0" anchor="b">
            <a:noAutofit/>
          </a:bodyPr>
          <a:lstStyle>
            <a:lvl1pPr algn="r">
              <a:lnSpc>
                <a:spcPct val="100000"/>
              </a:lnSpc>
              <a:buNone/>
              <a:defRPr b="0" lang="es-CL" sz="1200" spc="-1" strike="noStrike">
                <a:solidFill>
                  <a:srgbClr val="035c75"/>
                </a:solidFill>
                <a:latin typeface="Constantia"/>
              </a:defRPr>
            </a:lvl1pPr>
          </a:lstStyle>
          <a:p>
            <a:pPr algn="r">
              <a:lnSpc>
                <a:spcPct val="100000"/>
              </a:lnSpc>
              <a:buNone/>
            </a:pPr>
            <a:fld id="{7B5EC516-E6AE-4F07-8F0E-6A861D3B5ACD}" type="slidenum">
              <a:rPr b="0" lang="es-CL" sz="1200" spc="-1" strike="noStrike">
                <a:solidFill>
                  <a:srgbClr val="035c75"/>
                </a:solidFill>
                <a:latin typeface="Constantia"/>
              </a:rPr>
              <a:t>&lt;número&gt;</a:t>
            </a:fld>
            <a:endParaRPr b="0" lang="es-CL" sz="120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701"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 id="2147483710" r:id="rId12"/>
    <p:sldLayoutId id="2147483711" r:id="rId13"/>
    <p:sldLayoutId id="2147483712" r:id="rId14"/>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a:blipFill>
      </p:bgPr>
    </p:bg>
    <p:spTree>
      <p:nvGrpSpPr>
        <p:cNvPr id="1" name=""/>
        <p:cNvGrpSpPr/>
        <p:nvPr/>
      </p:nvGrpSpPr>
      <p:grpSpPr>
        <a:xfrm>
          <a:off x="0" y="0"/>
          <a:ext cx="0" cy="0"/>
          <a:chOff x="0" y="0"/>
          <a:chExt cx="0" cy="0"/>
        </a:xfrm>
      </p:grpSpPr>
      <p:sp>
        <p:nvSpPr>
          <p:cNvPr id="230" name="자유형 6"/>
          <p:cNvSpPr/>
          <p:nvPr/>
        </p:nvSpPr>
        <p:spPr>
          <a:xfrm>
            <a:off x="-9360" y="-7200"/>
            <a:ext cx="9162720" cy="1041120"/>
          </a:xfrm>
          <a:custGeom>
            <a:avLst/>
            <a:gdLst/>
            <a:ahLst/>
            <a:rect l="l" t="t" r="r" b="b"/>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rotWithShape="0">
            <a:gsLst>
              <a:gs pos="0">
                <a:srgbClr val="0074a0">
                  <a:alpha val="45098"/>
                </a:srgbClr>
              </a:gs>
              <a:gs pos="100000">
                <a:srgbClr val="00c4cd">
                  <a:alpha val="55294"/>
                </a:srgbClr>
              </a:gs>
            </a:gsLst>
            <a:lin ang="5400000"/>
          </a:gradFill>
          <a:ln w="9525">
            <a:noFill/>
          </a:ln>
        </p:spPr>
        <p:style>
          <a:lnRef idx="0"/>
          <a:fillRef idx="0"/>
          <a:effectRef idx="0"/>
          <a:fontRef idx="minor"/>
        </p:style>
      </p:sp>
      <p:sp>
        <p:nvSpPr>
          <p:cNvPr id="231" name="자유형 7"/>
          <p:cNvSpPr/>
          <p:nvPr/>
        </p:nvSpPr>
        <p:spPr>
          <a:xfrm>
            <a:off x="4381560" y="-7200"/>
            <a:ext cx="4762080" cy="637920"/>
          </a:xfrm>
          <a:custGeom>
            <a:avLst/>
            <a:gdLst/>
            <a:ahLst/>
            <a:rect l="l" t="t" r="r" b="b"/>
            <a:pathLst>
              <a:path w="3000" h="595">
                <a:moveTo>
                  <a:pt x="0" y="0"/>
                </a:moveTo>
                <a:cubicBezTo>
                  <a:pt x="174" y="102"/>
                  <a:pt x="1168" y="533"/>
                  <a:pt x="1668" y="564"/>
                </a:cubicBezTo>
                <a:cubicBezTo>
                  <a:pt x="2168" y="595"/>
                  <a:pt x="2778" y="279"/>
                  <a:pt x="3000" y="186"/>
                </a:cubicBezTo>
                <a:lnTo>
                  <a:pt x="3000" y="6"/>
                </a:lnTo>
                <a:lnTo>
                  <a:pt x="0" y="0"/>
                </a:lnTo>
                <a:close/>
              </a:path>
            </a:pathLst>
          </a:custGeom>
          <a:gradFill rotWithShape="0">
            <a:gsLst>
              <a:gs pos="20000">
                <a:srgbClr val="008abf">
                  <a:alpha val="45098"/>
                </a:srgbClr>
              </a:gs>
              <a:gs pos="100000">
                <a:srgbClr val="00a0a8">
                  <a:alpha val="30196"/>
                </a:srgbClr>
              </a:gs>
            </a:gsLst>
            <a:lin ang="16200000"/>
          </a:gradFill>
          <a:ln w="9525">
            <a:noFill/>
          </a:ln>
        </p:spPr>
        <p:style>
          <a:lnRef idx="0"/>
          <a:fillRef idx="0"/>
          <a:effectRef idx="0"/>
          <a:fontRef idx="minor"/>
        </p:style>
      </p:sp>
      <p:grpSp>
        <p:nvGrpSpPr>
          <p:cNvPr id="232" name="그룹 1"/>
          <p:cNvGrpSpPr/>
          <p:nvPr/>
        </p:nvGrpSpPr>
        <p:grpSpPr>
          <a:xfrm>
            <a:off x="-29160" y="-16560"/>
            <a:ext cx="9197640" cy="1086120"/>
            <a:chOff x="-29160" y="-16560"/>
            <a:chExt cx="9197640" cy="1086120"/>
          </a:xfrm>
        </p:grpSpPr>
        <p:sp>
          <p:nvSpPr>
            <p:cNvPr id="233" name="자유형 11"/>
            <p:cNvSpPr/>
            <p:nvPr/>
          </p:nvSpPr>
          <p:spPr>
            <a:xfrm rot="21435600">
              <a:off x="-18720" y="201960"/>
              <a:ext cx="9162720" cy="648720"/>
            </a:xfrm>
            <a:custGeom>
              <a:avLst/>
              <a:gdLst/>
              <a:ahLst/>
              <a:rect l="l" t="t" r="r" b="b"/>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a:solidFill>
                <a:srgbClr val="09b7bf"/>
              </a:solidFill>
              <a:round/>
            </a:ln>
          </p:spPr>
          <p:style>
            <a:lnRef idx="0"/>
            <a:fillRef idx="0"/>
            <a:effectRef idx="0"/>
            <a:fontRef idx="minor"/>
          </p:style>
        </p:sp>
        <p:sp>
          <p:nvSpPr>
            <p:cNvPr id="234" name="자유형 12"/>
            <p:cNvSpPr/>
            <p:nvPr/>
          </p:nvSpPr>
          <p:spPr>
            <a:xfrm rot="21435600">
              <a:off x="-14040" y="275400"/>
              <a:ext cx="9175320" cy="529920"/>
            </a:xfrm>
            <a:custGeom>
              <a:avLst/>
              <a:gdLst/>
              <a:ahLst/>
              <a:rect l="l" t="t" r="r" b="b"/>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a:solidFill>
                <a:srgbClr val="0f6fc6"/>
              </a:solidFill>
              <a:round/>
            </a:ln>
          </p:spPr>
          <p:style>
            <a:lnRef idx="0"/>
            <a:fillRef idx="0"/>
            <a:effectRef idx="0"/>
            <a:fontRef idx="minor"/>
          </p:style>
        </p:sp>
      </p:grpSp>
      <p:sp>
        <p:nvSpPr>
          <p:cNvPr id="235" name="PlaceHolder 1"/>
          <p:cNvSpPr>
            <a:spLocks noGrp="1"/>
          </p:cNvSpPr>
          <p:nvPr>
            <p:ph type="title"/>
          </p:nvPr>
        </p:nvSpPr>
        <p:spPr>
          <a:xfrm>
            <a:off x="457200" y="704160"/>
            <a:ext cx="8229240" cy="1142640"/>
          </a:xfrm>
          <a:prstGeom prst="rect">
            <a:avLst/>
          </a:prstGeom>
          <a:noFill/>
          <a:ln w="0">
            <a:noFill/>
          </a:ln>
        </p:spPr>
        <p:txBody>
          <a:bodyPr lIns="0" rIns="0" tIns="45000" bIns="0" anchor="b">
            <a:noAutofit/>
          </a:bodyPr>
          <a:p>
            <a:pPr>
              <a:lnSpc>
                <a:spcPct val="100000"/>
              </a:lnSpc>
              <a:buNone/>
            </a:pPr>
            <a:r>
              <a:rPr b="0" lang="ko-KR" sz="4000" spc="-1" strike="noStrike">
                <a:solidFill>
                  <a:srgbClr val="04617b"/>
                </a:solidFill>
                <a:latin typeface="Calibri"/>
              </a:rPr>
              <a:t>마스터 제목 스타일 편집</a:t>
            </a:r>
            <a:endParaRPr b="0" lang="es-CL" sz="4000" spc="-1" strike="noStrike">
              <a:solidFill>
                <a:srgbClr val="000000"/>
              </a:solidFill>
              <a:latin typeface="Constantia"/>
            </a:endParaRPr>
          </a:p>
        </p:txBody>
      </p:sp>
      <p:sp>
        <p:nvSpPr>
          <p:cNvPr id="236" name="PlaceHolder 2"/>
          <p:cNvSpPr>
            <a:spLocks noGrp="1"/>
          </p:cNvSpPr>
          <p:nvPr>
            <p:ph type="body"/>
          </p:nvPr>
        </p:nvSpPr>
        <p:spPr>
          <a:xfrm>
            <a:off x="457200" y="1935360"/>
            <a:ext cx="8229240" cy="4388760"/>
          </a:xfrm>
          <a:prstGeom prst="rect">
            <a:avLst/>
          </a:prstGeom>
          <a:noFill/>
          <a:ln w="0">
            <a:noFill/>
          </a:ln>
        </p:spPr>
        <p:txBody>
          <a:bodyPr lIns="90000" rIns="90000" tIns="45000" bIns="45000" anchor="t">
            <a:noAutofit/>
          </a:bodyPr>
          <a:p>
            <a:pPr marL="274320" indent="-274320">
              <a:lnSpc>
                <a:spcPct val="100000"/>
              </a:lnSpc>
              <a:spcBef>
                <a:spcPts val="519"/>
              </a:spcBef>
              <a:buClr>
                <a:srgbClr val="0bd0d9"/>
              </a:buClr>
              <a:buSzPct val="95000"/>
              <a:buFont typeface="Wingdings 2" charset="2"/>
              <a:buChar char=""/>
            </a:pPr>
            <a:r>
              <a:rPr b="0" lang="ko-KR" sz="2600" spc="-1" strike="noStrike">
                <a:solidFill>
                  <a:srgbClr val="000000"/>
                </a:solidFill>
                <a:latin typeface="Constantia"/>
              </a:rPr>
              <a:t>마스터 텍스트 스타일을 편집합니다</a:t>
            </a:r>
            <a:endParaRPr b="0" lang="es-CL" sz="2600" spc="-1" strike="noStrike">
              <a:solidFill>
                <a:srgbClr val="000000"/>
              </a:solidFill>
              <a:latin typeface="Constantia"/>
            </a:endParaRPr>
          </a:p>
          <a:p>
            <a:pPr lvl="1" marL="640080" indent="-246960">
              <a:lnSpc>
                <a:spcPct val="100000"/>
              </a:lnSpc>
              <a:spcBef>
                <a:spcPts val="479"/>
              </a:spcBef>
              <a:buClr>
                <a:srgbClr val="0f6fc6"/>
              </a:buClr>
              <a:buSzPct val="85000"/>
              <a:buFont typeface="Wingdings 2" charset="2"/>
              <a:buChar char=""/>
            </a:pPr>
            <a:r>
              <a:rPr b="0" lang="ko-KR" sz="2400" spc="-1" strike="noStrike">
                <a:solidFill>
                  <a:srgbClr val="000000"/>
                </a:solidFill>
                <a:latin typeface="Constantia"/>
              </a:rPr>
              <a:t>둘째 수준</a:t>
            </a:r>
            <a:endParaRPr b="0" lang="es-CL" sz="2400" spc="-1" strike="noStrike">
              <a:solidFill>
                <a:srgbClr val="000000"/>
              </a:solidFill>
              <a:latin typeface="Constantia"/>
            </a:endParaRPr>
          </a:p>
          <a:p>
            <a:pPr lvl="2" marL="914400" indent="-246960">
              <a:lnSpc>
                <a:spcPct val="100000"/>
              </a:lnSpc>
              <a:spcBef>
                <a:spcPts val="420"/>
              </a:spcBef>
              <a:buClr>
                <a:srgbClr val="009dd9"/>
              </a:buClr>
              <a:buSzPct val="70000"/>
              <a:buFont typeface="Wingdings 2" charset="2"/>
              <a:buChar char=""/>
            </a:pPr>
            <a:r>
              <a:rPr b="0" lang="ko-KR" sz="2100" spc="-1" strike="noStrike">
                <a:solidFill>
                  <a:srgbClr val="000000"/>
                </a:solidFill>
                <a:latin typeface="Constantia"/>
              </a:rPr>
              <a:t>셋째 수준</a:t>
            </a:r>
            <a:endParaRPr b="0" lang="es-CL" sz="2100" spc="-1" strike="noStrike">
              <a:solidFill>
                <a:srgbClr val="000000"/>
              </a:solidFill>
              <a:latin typeface="Constantia"/>
            </a:endParaRPr>
          </a:p>
          <a:p>
            <a:pPr lvl="3" marL="1188720" indent="-210240">
              <a:lnSpc>
                <a:spcPct val="100000"/>
              </a:lnSpc>
              <a:spcBef>
                <a:spcPts val="360"/>
              </a:spcBef>
              <a:buClr>
                <a:srgbClr val="0bd0d9"/>
              </a:buClr>
              <a:buSzPct val="65000"/>
              <a:buFont typeface="Wingdings 2" charset="2"/>
              <a:buChar char=""/>
            </a:pPr>
            <a:r>
              <a:rPr b="0" lang="ko-KR" sz="1800" spc="-1" strike="noStrike">
                <a:solidFill>
                  <a:srgbClr val="000000"/>
                </a:solidFill>
                <a:latin typeface="Constantia"/>
              </a:rPr>
              <a:t>넷째 수준</a:t>
            </a:r>
            <a:endParaRPr b="0" lang="es-CL" sz="1800" spc="-1" strike="noStrike">
              <a:solidFill>
                <a:srgbClr val="000000"/>
              </a:solidFill>
              <a:latin typeface="Constantia"/>
            </a:endParaRPr>
          </a:p>
          <a:p>
            <a:pPr lvl="4" marL="1463040" indent="-210240">
              <a:lnSpc>
                <a:spcPct val="100000"/>
              </a:lnSpc>
              <a:spcBef>
                <a:spcPts val="320"/>
              </a:spcBef>
              <a:buClr>
                <a:srgbClr val="10cf9b"/>
              </a:buClr>
              <a:buSzPct val="65000"/>
              <a:buFont typeface="Wingdings 2" charset="2"/>
              <a:buChar char=""/>
            </a:pPr>
            <a:r>
              <a:rPr b="0" lang="ko-KR" sz="1600" spc="-1" strike="noStrike">
                <a:solidFill>
                  <a:srgbClr val="000000"/>
                </a:solidFill>
                <a:latin typeface="Constantia"/>
              </a:rPr>
              <a:t>다섯째 수준</a:t>
            </a:r>
            <a:endParaRPr b="0" lang="es-CL" sz="1600" spc="-1" strike="noStrike">
              <a:solidFill>
                <a:srgbClr val="000000"/>
              </a:solidFill>
              <a:latin typeface="Constantia"/>
            </a:endParaRPr>
          </a:p>
        </p:txBody>
      </p:sp>
      <p:sp>
        <p:nvSpPr>
          <p:cNvPr id="237" name="PlaceHolder 3"/>
          <p:cNvSpPr>
            <a:spLocks noGrp="1"/>
          </p:cNvSpPr>
          <p:nvPr>
            <p:ph type="dt" idx="16"/>
          </p:nvPr>
        </p:nvSpPr>
        <p:spPr>
          <a:xfrm>
            <a:off x="457200" y="6356520"/>
            <a:ext cx="2133360" cy="364680"/>
          </a:xfrm>
          <a:prstGeom prst="rect">
            <a:avLst/>
          </a:prstGeom>
          <a:noFill/>
          <a:ln w="0">
            <a:noFill/>
          </a:ln>
        </p:spPr>
        <p:txBody>
          <a:bodyPr lIns="0" rIns="0" tIns="0" bIns="0" anchor="b">
            <a:noAutofit/>
          </a:bodyPr>
          <a:lstStyle>
            <a:lvl1pPr>
              <a:lnSpc>
                <a:spcPct val="100000"/>
              </a:lnSpc>
              <a:buNone/>
              <a:defRPr b="0" lang="es-CL" sz="1200" spc="-1" strike="noStrike">
                <a:solidFill>
                  <a:srgbClr val="035c75"/>
                </a:solidFill>
                <a:latin typeface="Constantia"/>
              </a:defRPr>
            </a:lvl1pPr>
          </a:lstStyle>
          <a:p>
            <a:pPr>
              <a:lnSpc>
                <a:spcPct val="100000"/>
              </a:lnSpc>
              <a:buNone/>
            </a:pPr>
            <a:r>
              <a:rPr b="0" lang="es-CL" sz="1200" spc="-1" strike="noStrike">
                <a:solidFill>
                  <a:srgbClr val="035c75"/>
                </a:solidFill>
                <a:latin typeface="Constantia"/>
              </a:rPr>
              <a:t>&lt;fecha/hora&gt;</a:t>
            </a:r>
            <a:endParaRPr b="0" lang="es-CL" sz="1200" spc="-1" strike="noStrike">
              <a:latin typeface="Times New Roman"/>
            </a:endParaRPr>
          </a:p>
        </p:txBody>
      </p:sp>
      <p:sp>
        <p:nvSpPr>
          <p:cNvPr id="238" name="PlaceHolder 4"/>
          <p:cNvSpPr>
            <a:spLocks noGrp="1"/>
          </p:cNvSpPr>
          <p:nvPr>
            <p:ph type="ftr" idx="17"/>
          </p:nvPr>
        </p:nvSpPr>
        <p:spPr>
          <a:xfrm>
            <a:off x="2666880" y="6356520"/>
            <a:ext cx="3352320" cy="364680"/>
          </a:xfrm>
          <a:prstGeom prst="rect">
            <a:avLst/>
          </a:prstGeom>
          <a:noFill/>
          <a:ln w="0">
            <a:noFill/>
          </a:ln>
        </p:spPr>
        <p:txBody>
          <a:bodyPr lIns="0" rIns="0" tIns="0" bIns="0" anchor="b">
            <a:noAutofit/>
          </a:bodyPr>
          <a:lstStyle>
            <a:lvl1pPr algn="ctr">
              <a:buNone/>
              <a:defRPr b="0" lang="es-CL" sz="1400" spc="-1" strike="noStrike">
                <a:latin typeface="Times New Roman"/>
              </a:defRPr>
            </a:lvl1pPr>
          </a:lstStyle>
          <a:p>
            <a:pPr algn="ctr">
              <a:buNone/>
            </a:pPr>
            <a:r>
              <a:rPr b="0" lang="es-CL" sz="1400" spc="-1" strike="noStrike">
                <a:latin typeface="Times New Roman"/>
              </a:rPr>
              <a:t>&lt;pie de página&gt;</a:t>
            </a:r>
            <a:endParaRPr b="0" lang="es-CL" sz="1400" spc="-1" strike="noStrike">
              <a:latin typeface="Times New Roman"/>
            </a:endParaRPr>
          </a:p>
        </p:txBody>
      </p:sp>
      <p:sp>
        <p:nvSpPr>
          <p:cNvPr id="239" name="PlaceHolder 5"/>
          <p:cNvSpPr>
            <a:spLocks noGrp="1"/>
          </p:cNvSpPr>
          <p:nvPr>
            <p:ph type="sldNum" idx="18"/>
          </p:nvPr>
        </p:nvSpPr>
        <p:spPr>
          <a:xfrm>
            <a:off x="7924680" y="6356520"/>
            <a:ext cx="761760" cy="364680"/>
          </a:xfrm>
          <a:prstGeom prst="rect">
            <a:avLst/>
          </a:prstGeom>
          <a:noFill/>
          <a:ln w="0">
            <a:noFill/>
          </a:ln>
        </p:spPr>
        <p:txBody>
          <a:bodyPr lIns="0" rIns="0" tIns="0" bIns="0" anchor="b">
            <a:noAutofit/>
          </a:bodyPr>
          <a:lstStyle>
            <a:lvl1pPr algn="r">
              <a:lnSpc>
                <a:spcPct val="100000"/>
              </a:lnSpc>
              <a:buNone/>
              <a:defRPr b="0" lang="es-CL" sz="1200" spc="-1" strike="noStrike">
                <a:solidFill>
                  <a:srgbClr val="035c75"/>
                </a:solidFill>
                <a:latin typeface="Constantia"/>
              </a:defRPr>
            </a:lvl1pPr>
          </a:lstStyle>
          <a:p>
            <a:pPr algn="r">
              <a:lnSpc>
                <a:spcPct val="100000"/>
              </a:lnSpc>
              <a:buNone/>
            </a:pPr>
            <a:fld id="{7107BC76-B3F0-4DFF-BFD9-E158A3E39F5C}" type="slidenum">
              <a:rPr b="0" lang="es-CL" sz="1200" spc="-1" strike="noStrike">
                <a:solidFill>
                  <a:srgbClr val="035c75"/>
                </a:solidFill>
                <a:latin typeface="Constantia"/>
              </a:rPr>
              <a:t>&lt;número&gt;</a:t>
            </a:fld>
            <a:endParaRPr b="0" lang="es-CL" sz="120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 id="2147483723" r:id="rId12"/>
    <p:sldLayoutId id="2147483724" r:id="rId13"/>
    <p:sldLayoutId id="2147483725" r:id="rId14"/>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4.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3.xml"/>
</Relationships>
</file>

<file path=ppt/slides/_rels/slide5.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3.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8.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3.xml"/>
</Relationships>
</file>

<file path=ppt/slides/_rels/slide9.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13.xml"/>
</Relationships>
</file>

<file path=ppt/slides/_rels/slide10.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13.xml"/>
</Relationships>
</file>

<file path=ppt/slides/_rels/slide11.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3.xml"/>
</Relationships>
</file>

<file path=ppt/slides/_rels/slide12.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25.xml"/>
</Relationships>
</file>

<file path=ppt/slides/_rels/slide13.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49.xml"/>
</Relationships>
</file>

<file path=ppt/slides/_rels/slide14.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61.xml"/>
</Relationships>
</file>

<file path=ppt/slides/_rels/slide15.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37.xml"/>
</Relationships>
</file>

<file path=ppt/slides/_rels/slide16.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slideLayout" Target="../slideLayouts/slideLayout37.xml"/>
</Relationships>
</file>

<file path=ppt/slides/_rels/slide17.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slideLayout" Target="../slideLayouts/slideLayout13.xml"/>
</Relationships>
</file>

<file path=ppt/slides/_rels/slide18.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slideLayout" Target="../slideLayouts/slideLayout13.xml"/>
</Relationships>
</file>

<file path=ppt/slides/_rels/slide19.xml.rels><?xml version="1.0" encoding="UTF-8"?>
<Relationships xmlns="http://schemas.openxmlformats.org/package/2006/relationships"><Relationship Id="rId1" Type="http://schemas.openxmlformats.org/officeDocument/2006/relationships/image" Target="../media/image19.png"/><Relationship Id="rId2" Type="http://schemas.openxmlformats.org/officeDocument/2006/relationships/slideLayout" Target="../slideLayouts/slideLayout13.xml"/>
</Relationships>
</file>

<file path=ppt/slides/_rels/slide20.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image" Target="../media/image21.png"/><Relationship Id="rId3" Type="http://schemas.openxmlformats.org/officeDocument/2006/relationships/slideLayout" Target="../slideLayouts/slideLayout13.xml"/>
</Relationships>
</file>

<file path=ppt/slides/_rels/slide21.xml.rels><?xml version="1.0" encoding="UTF-8"?>
<Relationships xmlns="http://schemas.openxmlformats.org/package/2006/relationships"><Relationship Id="rId1" Type="http://schemas.openxmlformats.org/officeDocument/2006/relationships/image" Target="../media/image22.png"/><Relationship Id="rId2" Type="http://schemas.openxmlformats.org/officeDocument/2006/relationships/slideLayout" Target="../slideLayouts/slideLayout13.xml"/>
</Relationships>
</file>

<file path=ppt/slides/_rels/slide22.xml.rels><?xml version="1.0" encoding="UTF-8"?>
<Relationships xmlns="http://schemas.openxmlformats.org/package/2006/relationships"><Relationship Id="rId1" Type="http://schemas.openxmlformats.org/officeDocument/2006/relationships/image" Target="../media/image23.png"/><Relationship Id="rId2" Type="http://schemas.openxmlformats.org/officeDocument/2006/relationships/slideLayout" Target="../slideLayouts/slideLayout13.xml"/>
</Relationships>
</file>

<file path=ppt/slides/_rels/slide23.xml.rels><?xml version="1.0" encoding="UTF-8"?>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25.png"/><Relationship Id="rId3" Type="http://schemas.openxmlformats.org/officeDocument/2006/relationships/slideLayout" Target="../slideLayouts/slideLayout13.xml"/>
</Relationships>
</file>

<file path=ppt/slides/_rels/slide24.xml.rels><?xml version="1.0" encoding="UTF-8"?>
<Relationships xmlns="http://schemas.openxmlformats.org/package/2006/relationships"><Relationship Id="rId1" Type="http://schemas.openxmlformats.org/officeDocument/2006/relationships/image" Target="../media/image26.png"/><Relationship Id="rId2" Type="http://schemas.openxmlformats.org/officeDocument/2006/relationships/image" Target="../media/image27.png"/><Relationship Id="rId3" Type="http://schemas.openxmlformats.org/officeDocument/2006/relationships/slideLayout" Target="../slideLayouts/slideLayout13.xml"/>
</Relationships>
</file>

<file path=ppt/slides/_rels/slide25.xml.rels><?xml version="1.0" encoding="UTF-8"?>
<Relationships xmlns="http://schemas.openxmlformats.org/package/2006/relationships"><Relationship Id="rId1" Type="http://schemas.openxmlformats.org/officeDocument/2006/relationships/image" Target="../media/image28.png"/><Relationship Id="rId2" Type="http://schemas.openxmlformats.org/officeDocument/2006/relationships/slideLayout" Target="../slideLayouts/slideLayout13.xml"/>
</Relationships>
</file>

<file path=ppt/slides/_rels/slide26.xml.rels><?xml version="1.0" encoding="UTF-8"?>
<Relationships xmlns="http://schemas.openxmlformats.org/package/2006/relationships"><Relationship Id="rId1" Type="http://schemas.openxmlformats.org/officeDocument/2006/relationships/image" Target="../media/image29.png"/><Relationship Id="rId2" Type="http://schemas.openxmlformats.org/officeDocument/2006/relationships/slideLayout" Target="../slideLayouts/slideLayout25.xml"/>
</Relationships>
</file>

<file path=ppt/slides/_rels/slide27.xml.rels><?xml version="1.0" encoding="UTF-8"?>
<Relationships xmlns="http://schemas.openxmlformats.org/package/2006/relationships"><Relationship Id="rId1" Type="http://schemas.openxmlformats.org/officeDocument/2006/relationships/image" Target="../media/image30.png"/><Relationship Id="rId2" Type="http://schemas.openxmlformats.org/officeDocument/2006/relationships/slideLayout" Target="../slideLayouts/slideLayout37.xml"/>
</Relationships>
</file>

<file path=ppt/slides/_rels/slide28.xml.rels><?xml version="1.0" encoding="UTF-8"?>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9.xml"/>
</Relationships>
</file>

<file path=ppt/slides/_rels/slide29.xml.rels><?xml version="1.0" encoding="UTF-8"?>
<Relationships xmlns="http://schemas.openxmlformats.org/package/2006/relationships"><Relationship Id="rId1" Type="http://schemas.openxmlformats.org/officeDocument/2006/relationships/image" Target="../media/image32.png"/><Relationship Id="rId2" Type="http://schemas.openxmlformats.org/officeDocument/2006/relationships/slideLayout" Target="../slideLayouts/slideLayout61.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1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6" name="PlaceHolder 1"/>
          <p:cNvSpPr>
            <a:spLocks noGrp="1"/>
          </p:cNvSpPr>
          <p:nvPr>
            <p:ph type="title"/>
          </p:nvPr>
        </p:nvSpPr>
        <p:spPr>
          <a:xfrm>
            <a:off x="533520" y="1371600"/>
            <a:ext cx="7851240" cy="1828440"/>
          </a:xfrm>
          <a:prstGeom prst="rect">
            <a:avLst/>
          </a:prstGeom>
          <a:noFill/>
          <a:ln w="0">
            <a:noFill/>
          </a:ln>
        </p:spPr>
        <p:txBody>
          <a:bodyPr lIns="0" rIns="18360" tIns="0" bIns="0" anchor="b">
            <a:noAutofit/>
          </a:bodyPr>
          <a:p>
            <a:pPr algn="r">
              <a:lnSpc>
                <a:spcPct val="100000"/>
              </a:lnSpc>
              <a:buNone/>
            </a:pPr>
            <a:r>
              <a:rPr b="1" lang="en-US" sz="5600" spc="-1" strike="noStrike">
                <a:solidFill>
                  <a:srgbClr val="50e0ea"/>
                </a:solidFill>
                <a:latin typeface="Calibri"/>
              </a:rPr>
              <a:t>Latina Description</a:t>
            </a:r>
            <a:endParaRPr b="0" lang="es-CL" sz="5600" spc="-1" strike="noStrike">
              <a:solidFill>
                <a:srgbClr val="ffffff"/>
              </a:solidFill>
              <a:latin typeface="Constantia"/>
            </a:endParaRPr>
          </a:p>
        </p:txBody>
      </p:sp>
      <p:sp>
        <p:nvSpPr>
          <p:cNvPr id="277" name="PlaceHolder 2"/>
          <p:cNvSpPr>
            <a:spLocks noGrp="1"/>
          </p:cNvSpPr>
          <p:nvPr>
            <p:ph type="subTitle"/>
          </p:nvPr>
        </p:nvSpPr>
        <p:spPr>
          <a:xfrm>
            <a:off x="533520" y="3228480"/>
            <a:ext cx="7854480" cy="1752120"/>
          </a:xfrm>
          <a:prstGeom prst="rect">
            <a:avLst/>
          </a:prstGeom>
          <a:noFill/>
          <a:ln w="0">
            <a:noFill/>
          </a:ln>
        </p:spPr>
        <p:txBody>
          <a:bodyPr lIns="0" rIns="18360" tIns="45000" bIns="45000" anchor="t">
            <a:noAutofit/>
          </a:bodyPr>
          <a:p>
            <a:pPr algn="r">
              <a:lnSpc>
                <a:spcPct val="100000"/>
              </a:lnSpc>
              <a:spcBef>
                <a:spcPts val="519"/>
              </a:spcBef>
              <a:buNone/>
              <a:tabLst>
                <a:tab algn="l" pos="0"/>
              </a:tabLst>
            </a:pPr>
            <a:r>
              <a:rPr b="0" lang="en-US" sz="2600" spc="-1" strike="noStrike">
                <a:solidFill>
                  <a:srgbClr val="ffffff"/>
                </a:solidFill>
                <a:latin typeface="Constantia"/>
              </a:rPr>
              <a:t>DigitalProServer</a:t>
            </a:r>
            <a:endParaRPr b="0" lang="es-CL" sz="2600" spc="-1" strike="noStrike">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8" name="PlaceHolder 1"/>
          <p:cNvSpPr>
            <a:spLocks noGrp="1"/>
          </p:cNvSpPr>
          <p:nvPr>
            <p:ph type="title"/>
          </p:nvPr>
        </p:nvSpPr>
        <p:spPr>
          <a:xfrm>
            <a:off x="457200" y="704160"/>
            <a:ext cx="8229240" cy="1142640"/>
          </a:xfrm>
          <a:prstGeom prst="rect">
            <a:avLst/>
          </a:prstGeom>
          <a:noFill/>
          <a:ln w="0">
            <a:noFill/>
          </a:ln>
        </p:spPr>
        <p:txBody>
          <a:bodyPr lIns="0" rIns="0" tIns="45000" bIns="0" anchor="b">
            <a:noAutofit/>
          </a:bodyPr>
          <a:p>
            <a:pPr>
              <a:lnSpc>
                <a:spcPct val="100000"/>
              </a:lnSpc>
              <a:buNone/>
            </a:pPr>
            <a:r>
              <a:rPr b="0" lang="en-US" sz="4000" spc="-1" strike="noStrike">
                <a:solidFill>
                  <a:srgbClr val="04617b"/>
                </a:solidFill>
                <a:latin typeface="Calibri"/>
              </a:rPr>
              <a:t>Revision History</a:t>
            </a:r>
            <a:endParaRPr b="0" lang="es-CL" sz="4000" spc="-1" strike="noStrike">
              <a:solidFill>
                <a:srgbClr val="000000"/>
              </a:solidFill>
              <a:latin typeface="Constantia"/>
            </a:endParaRPr>
          </a:p>
        </p:txBody>
      </p:sp>
      <p:graphicFrame>
        <p:nvGraphicFramePr>
          <p:cNvPr id="279" name="내용 개체 틀 3"/>
          <p:cNvGraphicFramePr/>
          <p:nvPr/>
        </p:nvGraphicFramePr>
        <p:xfrm>
          <a:off x="457200" y="1935000"/>
          <a:ext cx="8229240" cy="1112040"/>
        </p:xfrm>
        <a:graphic>
          <a:graphicData uri="http://schemas.openxmlformats.org/drawingml/2006/table">
            <a:tbl>
              <a:tblPr/>
              <a:tblGrid>
                <a:gridCol w="1090440"/>
                <a:gridCol w="1152000"/>
                <a:gridCol w="3929400"/>
                <a:gridCol w="2057400"/>
              </a:tblGrid>
              <a:tr h="370800">
                <a:tc>
                  <a:txBody>
                    <a:bodyPr anchor="t">
                      <a:noAutofit/>
                    </a:bodyPr>
                    <a:p>
                      <a:pPr>
                        <a:lnSpc>
                          <a:spcPct val="100000"/>
                        </a:lnSpc>
                        <a:buNone/>
                      </a:pPr>
                      <a:r>
                        <a:rPr b="1" lang="en-US" sz="1800" spc="-1" strike="noStrike">
                          <a:solidFill>
                            <a:srgbClr val="ffffff"/>
                          </a:solidFill>
                          <a:latin typeface="Constantia"/>
                        </a:rPr>
                        <a:t>Version</a:t>
                      </a:r>
                      <a:endParaRPr b="0" lang="es-CL" sz="18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38160">
                      <a:solidFill>
                        <a:srgbClr val="ffffff"/>
                      </a:solidFill>
                    </a:lnB>
                    <a:solidFill>
                      <a:srgbClr val="0f6fc6"/>
                    </a:solidFill>
                  </a:tcPr>
                </a:tc>
                <a:tc>
                  <a:txBody>
                    <a:bodyPr anchor="t">
                      <a:noAutofit/>
                    </a:bodyPr>
                    <a:p>
                      <a:pPr>
                        <a:lnSpc>
                          <a:spcPct val="100000"/>
                        </a:lnSpc>
                        <a:buNone/>
                      </a:pPr>
                      <a:r>
                        <a:rPr b="1" lang="en-US" sz="1800" spc="-1" strike="noStrike">
                          <a:solidFill>
                            <a:srgbClr val="ffffff"/>
                          </a:solidFill>
                          <a:latin typeface="Constantia"/>
                        </a:rPr>
                        <a:t>Date</a:t>
                      </a:r>
                      <a:endParaRPr b="0" lang="es-CL" sz="18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38160">
                      <a:solidFill>
                        <a:srgbClr val="ffffff"/>
                      </a:solidFill>
                    </a:lnB>
                    <a:solidFill>
                      <a:srgbClr val="0f6fc6"/>
                    </a:solidFill>
                  </a:tcPr>
                </a:tc>
                <a:tc>
                  <a:txBody>
                    <a:bodyPr anchor="t">
                      <a:noAutofit/>
                    </a:bodyPr>
                    <a:p>
                      <a:pPr>
                        <a:lnSpc>
                          <a:spcPct val="100000"/>
                        </a:lnSpc>
                        <a:buNone/>
                      </a:pPr>
                      <a:r>
                        <a:rPr b="1" lang="en-US" sz="1800" spc="-1" strike="noStrike">
                          <a:solidFill>
                            <a:srgbClr val="ffffff"/>
                          </a:solidFill>
                          <a:latin typeface="Constantia"/>
                        </a:rPr>
                        <a:t>Description</a:t>
                      </a:r>
                      <a:endParaRPr b="0" lang="es-CL" sz="18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38160">
                      <a:solidFill>
                        <a:srgbClr val="ffffff"/>
                      </a:solidFill>
                    </a:lnB>
                    <a:solidFill>
                      <a:srgbClr val="0f6fc6"/>
                    </a:solidFill>
                  </a:tcPr>
                </a:tc>
                <a:tc>
                  <a:txBody>
                    <a:bodyPr anchor="t">
                      <a:noAutofit/>
                    </a:bodyPr>
                    <a:p>
                      <a:pPr>
                        <a:lnSpc>
                          <a:spcPct val="100000"/>
                        </a:lnSpc>
                        <a:buNone/>
                      </a:pPr>
                      <a:r>
                        <a:rPr b="1" lang="en-US" sz="1800" spc="-1" strike="noStrike">
                          <a:solidFill>
                            <a:srgbClr val="ffffff"/>
                          </a:solidFill>
                          <a:latin typeface="Constantia"/>
                        </a:rPr>
                        <a:t>Author</a:t>
                      </a:r>
                      <a:endParaRPr b="0" lang="es-CL" sz="18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38160">
                      <a:solidFill>
                        <a:srgbClr val="ffffff"/>
                      </a:solidFill>
                    </a:lnB>
                    <a:solidFill>
                      <a:srgbClr val="0f6fc6"/>
                    </a:solidFill>
                  </a:tcPr>
                </a:tc>
              </a:tr>
              <a:tr h="370800">
                <a:tc>
                  <a:txBody>
                    <a:bodyPr anchor="t">
                      <a:noAutofit/>
                    </a:bodyPr>
                    <a:p>
                      <a:pPr>
                        <a:lnSpc>
                          <a:spcPct val="100000"/>
                        </a:lnSpc>
                        <a:buNone/>
                      </a:pPr>
                      <a:r>
                        <a:rPr b="0" i="1" lang="en-US" sz="1800" spc="-1" strike="noStrike">
                          <a:solidFill>
                            <a:srgbClr val="55a839"/>
                          </a:solidFill>
                          <a:latin typeface="Constantia"/>
                        </a:rPr>
                        <a:t>1.0</a:t>
                      </a:r>
                      <a:endParaRPr b="0" lang="es-CL" sz="18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d4ea"/>
                    </a:solidFill>
                  </a:tcPr>
                </a:tc>
                <a:tc>
                  <a:txBody>
                    <a:bodyPr anchor="t">
                      <a:noAutofit/>
                    </a:bodyPr>
                    <a:p>
                      <a:pPr>
                        <a:lnSpc>
                          <a:spcPct val="100000"/>
                        </a:lnSpc>
                        <a:buNone/>
                      </a:pPr>
                      <a:r>
                        <a:rPr b="0" i="1" lang="en-US" sz="1800" spc="-1" strike="noStrike">
                          <a:solidFill>
                            <a:srgbClr val="55a839"/>
                          </a:solidFill>
                          <a:latin typeface="Constantia"/>
                        </a:rPr>
                        <a:t>2025.10.24</a:t>
                      </a:r>
                      <a:endParaRPr b="0" lang="es-CL" sz="18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d4ea"/>
                    </a:solidFill>
                  </a:tcPr>
                </a:tc>
                <a:tc>
                  <a:txBody>
                    <a:bodyPr anchor="t">
                      <a:noAutofit/>
                    </a:bodyPr>
                    <a:p>
                      <a:pPr indent="-216000">
                        <a:lnSpc>
                          <a:spcPct val="100000"/>
                        </a:lnSpc>
                        <a:buClr>
                          <a:srgbClr val="55a839"/>
                        </a:buClr>
                        <a:buFont typeface="Arial"/>
                        <a:buChar char="•"/>
                      </a:pPr>
                      <a:r>
                        <a:rPr b="0" i="1" lang="es-CL" sz="1800" spc="-1" strike="noStrike">
                          <a:solidFill>
                            <a:srgbClr val="55a839"/>
                          </a:solidFill>
                          <a:latin typeface="Constantia"/>
                        </a:rPr>
                        <a:t>Initial Document, app versión 1.0.0</a:t>
                      </a:r>
                      <a:endParaRPr b="0" lang="es-CL" sz="18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d4ea"/>
                    </a:solidFill>
                  </a:tcPr>
                </a:tc>
                <a:tc>
                  <a:txBody>
                    <a:bodyPr anchor="t">
                      <a:noAutofit/>
                    </a:bodyPr>
                    <a:p>
                      <a:pPr>
                        <a:lnSpc>
                          <a:spcPct val="100000"/>
                        </a:lnSpc>
                        <a:buNone/>
                      </a:pPr>
                      <a:r>
                        <a:rPr b="0" i="1" lang="es-CL" sz="1800" spc="-1" strike="noStrike">
                          <a:solidFill>
                            <a:srgbClr val="55a839"/>
                          </a:solidFill>
                          <a:latin typeface="Constantia"/>
                        </a:rPr>
                        <a:t>Digital Pro Server</a:t>
                      </a:r>
                      <a:endParaRPr b="0" lang="es-CL" sz="18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d4ea"/>
                    </a:solidFill>
                  </a:tcPr>
                </a:tc>
              </a:tr>
              <a:tr h="370800">
                <a:tc>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7ebf4"/>
                    </a:solidFill>
                  </a:tcPr>
                </a:tc>
                <a:tc>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7ebf4"/>
                    </a:solidFill>
                  </a:tcPr>
                </a:tc>
                <a:tc>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7ebf4"/>
                    </a:solidFill>
                  </a:tcPr>
                </a:tc>
                <a:tc>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7ebf4"/>
                    </a:solidFill>
                  </a:tcPr>
                </a:tc>
              </a:tr>
            </a:tbl>
          </a:graphicData>
        </a:graphic>
      </p:graphicFrame>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0" name="PlaceHolder 1"/>
          <p:cNvSpPr>
            <a:spLocks noGrp="1"/>
          </p:cNvSpPr>
          <p:nvPr>
            <p:ph type="title"/>
          </p:nvPr>
        </p:nvSpPr>
        <p:spPr>
          <a:xfrm>
            <a:off x="457200" y="704160"/>
            <a:ext cx="8229240" cy="1142640"/>
          </a:xfrm>
          <a:prstGeom prst="rect">
            <a:avLst/>
          </a:prstGeom>
          <a:noFill/>
          <a:ln w="0">
            <a:noFill/>
          </a:ln>
        </p:spPr>
        <p:txBody>
          <a:bodyPr lIns="0" rIns="0" tIns="45000" bIns="0" anchor="b">
            <a:noAutofit/>
          </a:bodyPr>
          <a:p>
            <a:pPr>
              <a:lnSpc>
                <a:spcPct val="100000"/>
              </a:lnSpc>
              <a:buNone/>
            </a:pPr>
            <a:r>
              <a:rPr b="0" lang="en-US" sz="4000" spc="-1" strike="noStrike">
                <a:solidFill>
                  <a:srgbClr val="04617b"/>
                </a:solidFill>
                <a:latin typeface="Calibri"/>
              </a:rPr>
              <a:t>Contents</a:t>
            </a:r>
            <a:endParaRPr b="0" lang="es-CL" sz="4000" spc="-1" strike="noStrike">
              <a:solidFill>
                <a:srgbClr val="000000"/>
              </a:solidFill>
              <a:latin typeface="Constantia"/>
            </a:endParaRPr>
          </a:p>
        </p:txBody>
      </p:sp>
      <p:sp>
        <p:nvSpPr>
          <p:cNvPr id="281" name="PlaceHolder 2"/>
          <p:cNvSpPr>
            <a:spLocks noGrp="1"/>
          </p:cNvSpPr>
          <p:nvPr>
            <p:ph/>
          </p:nvPr>
        </p:nvSpPr>
        <p:spPr>
          <a:xfrm>
            <a:off x="457200" y="1935360"/>
            <a:ext cx="8229240" cy="4388760"/>
          </a:xfrm>
          <a:prstGeom prst="rect">
            <a:avLst/>
          </a:prstGeom>
          <a:noFill/>
          <a:ln w="0">
            <a:noFill/>
          </a:ln>
        </p:spPr>
        <p:txBody>
          <a:bodyPr lIns="90000" rIns="90000" tIns="45000" bIns="45000" anchor="t">
            <a:noAutofit/>
          </a:bodyPr>
          <a:p>
            <a:pPr marL="274320" indent="-274320">
              <a:lnSpc>
                <a:spcPct val="100000"/>
              </a:lnSpc>
              <a:spcBef>
                <a:spcPts val="519"/>
              </a:spcBef>
              <a:buClr>
                <a:srgbClr val="0bd0d9"/>
              </a:buClr>
              <a:buSzPct val="95000"/>
              <a:buFont typeface="Wingdings 2" charset="2"/>
              <a:buChar char=""/>
            </a:pPr>
            <a:r>
              <a:rPr b="0" lang="en-US" sz="2600" spc="-1" strike="noStrike">
                <a:solidFill>
                  <a:srgbClr val="000000"/>
                </a:solidFill>
                <a:latin typeface="Constantia"/>
              </a:rPr>
              <a:t>UI Structure</a:t>
            </a:r>
            <a:endParaRPr b="0" lang="es-CL" sz="2600" spc="-1" strike="noStrike">
              <a:solidFill>
                <a:srgbClr val="000000"/>
              </a:solidFill>
              <a:latin typeface="Constantia"/>
            </a:endParaRPr>
          </a:p>
          <a:p>
            <a:pPr marL="274320" indent="-274320">
              <a:lnSpc>
                <a:spcPct val="100000"/>
              </a:lnSpc>
              <a:spcBef>
                <a:spcPts val="519"/>
              </a:spcBef>
              <a:buClr>
                <a:srgbClr val="0bd0d9"/>
              </a:buClr>
              <a:buSzPct val="95000"/>
              <a:buFont typeface="Wingdings 2" charset="2"/>
              <a:buChar char=""/>
            </a:pPr>
            <a:r>
              <a:rPr b="0" lang="en-US" sz="2600" spc="-1" strike="noStrike">
                <a:solidFill>
                  <a:srgbClr val="000000"/>
                </a:solidFill>
                <a:latin typeface="Constantia"/>
              </a:rPr>
              <a:t>Usage Scenario</a:t>
            </a:r>
            <a:endParaRPr b="0" lang="es-CL" sz="2600" spc="-1" strike="noStrike">
              <a:solidFill>
                <a:srgbClr val="000000"/>
              </a:solidFill>
              <a:latin typeface="Constantia"/>
            </a:endParaRPr>
          </a:p>
          <a:p>
            <a:pPr marL="274320" indent="-274320">
              <a:lnSpc>
                <a:spcPct val="100000"/>
              </a:lnSpc>
              <a:spcBef>
                <a:spcPts val="519"/>
              </a:spcBef>
              <a:buClr>
                <a:srgbClr val="0bd0d9"/>
              </a:buClr>
              <a:buSzPct val="95000"/>
              <a:buFont typeface="Wingdings 2" charset="2"/>
              <a:buChar char=""/>
            </a:pPr>
            <a:r>
              <a:rPr b="0" lang="en-US" sz="2600" spc="-1" strike="noStrike">
                <a:solidFill>
                  <a:srgbClr val="000000"/>
                </a:solidFill>
                <a:latin typeface="Constantia"/>
              </a:rPr>
              <a:t>Menu &amp; function description</a:t>
            </a:r>
            <a:endParaRPr b="0" lang="es-CL" sz="2600" spc="-1" strike="noStrike">
              <a:solidFill>
                <a:srgbClr val="000000"/>
              </a:solidFill>
              <a:latin typeface="Constantia"/>
            </a:endParaRPr>
          </a:p>
          <a:p>
            <a:pPr marL="274320" indent="-274320">
              <a:lnSpc>
                <a:spcPct val="100000"/>
              </a:lnSpc>
              <a:spcBef>
                <a:spcPts val="519"/>
              </a:spcBef>
              <a:buClr>
                <a:srgbClr val="0bd0d9"/>
              </a:buClr>
              <a:buSzPct val="95000"/>
              <a:buFont typeface="Wingdings 2" charset="2"/>
              <a:buChar char=""/>
            </a:pPr>
            <a:r>
              <a:rPr b="0" lang="en-US" sz="2600" spc="-1" strike="noStrike">
                <a:solidFill>
                  <a:srgbClr val="000000"/>
                </a:solidFill>
                <a:latin typeface="Constantia"/>
              </a:rPr>
              <a:t>Key policy</a:t>
            </a:r>
            <a:endParaRPr b="0" lang="es-CL" sz="2600" spc="-1" strike="noStrike">
              <a:solidFill>
                <a:srgbClr val="000000"/>
              </a:solidFill>
              <a:latin typeface="Constantia"/>
            </a:endParaRPr>
          </a:p>
          <a:p>
            <a:pPr marL="274320" indent="-274320">
              <a:lnSpc>
                <a:spcPct val="100000"/>
              </a:lnSpc>
              <a:spcBef>
                <a:spcPts val="519"/>
              </a:spcBef>
              <a:buClr>
                <a:srgbClr val="0bd0d9"/>
              </a:buClr>
              <a:buSzPct val="95000"/>
              <a:buFont typeface="Wingdings 2" charset="2"/>
              <a:buChar char=""/>
            </a:pPr>
            <a:r>
              <a:rPr b="0" lang="en-US" sz="2600" spc="-1" strike="noStrike">
                <a:solidFill>
                  <a:srgbClr val="000000"/>
                </a:solidFill>
                <a:latin typeface="Constantia"/>
              </a:rPr>
              <a:t>How to change languages</a:t>
            </a:r>
            <a:endParaRPr b="0" lang="es-CL" sz="2600" spc="-1" strike="noStrike">
              <a:solidFill>
                <a:srgbClr val="000000"/>
              </a:solidFill>
              <a:latin typeface="Constantia"/>
            </a:endParaRPr>
          </a:p>
          <a:p>
            <a:pPr>
              <a:lnSpc>
                <a:spcPct val="100000"/>
              </a:lnSpc>
              <a:spcBef>
                <a:spcPts val="519"/>
              </a:spcBef>
              <a:buNone/>
            </a:pPr>
            <a:endParaRPr b="0" lang="es-CL" sz="2600" spc="-1" strike="noStrike">
              <a:solidFill>
                <a:srgbClr val="000000"/>
              </a:solidFill>
              <a:latin typeface="Constantia"/>
            </a:endParaRPr>
          </a:p>
          <a:p>
            <a:pPr>
              <a:lnSpc>
                <a:spcPct val="100000"/>
              </a:lnSpc>
              <a:spcBef>
                <a:spcPts val="519"/>
              </a:spcBef>
              <a:buNone/>
            </a:pPr>
            <a:endParaRPr b="0" lang="es-CL" sz="2600" spc="-1" strike="noStrike">
              <a:solidFill>
                <a:srgbClr val="000000"/>
              </a:solidFill>
              <a:latin typeface="Constantia"/>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2" name="PlaceHolder 1"/>
          <p:cNvSpPr>
            <a:spLocks noGrp="1"/>
          </p:cNvSpPr>
          <p:nvPr>
            <p:ph type="title"/>
          </p:nvPr>
        </p:nvSpPr>
        <p:spPr>
          <a:xfrm>
            <a:off x="457200" y="704160"/>
            <a:ext cx="8229240" cy="1142640"/>
          </a:xfrm>
          <a:prstGeom prst="rect">
            <a:avLst/>
          </a:prstGeom>
          <a:noFill/>
          <a:ln w="0">
            <a:noFill/>
          </a:ln>
        </p:spPr>
        <p:txBody>
          <a:bodyPr lIns="0" rIns="0" tIns="45000" bIns="0" anchor="b">
            <a:noAutofit/>
          </a:bodyPr>
          <a:p>
            <a:pPr>
              <a:lnSpc>
                <a:spcPct val="100000"/>
              </a:lnSpc>
              <a:buNone/>
            </a:pPr>
            <a:r>
              <a:rPr b="0" lang="en-US" sz="4000" spc="-1" strike="noStrike">
                <a:solidFill>
                  <a:srgbClr val="04617b"/>
                </a:solidFill>
                <a:latin typeface="Calibri"/>
              </a:rPr>
              <a:t>UI Structure</a:t>
            </a:r>
            <a:endParaRPr b="0" lang="es-CL" sz="4000" spc="-1" strike="noStrike">
              <a:solidFill>
                <a:srgbClr val="000000"/>
              </a:solidFill>
              <a:latin typeface="Constantia"/>
            </a:endParaRPr>
          </a:p>
        </p:txBody>
      </p:sp>
      <p:sp>
        <p:nvSpPr>
          <p:cNvPr id="283" name="PlaceHolder 2"/>
          <p:cNvSpPr>
            <a:spLocks noGrp="1"/>
          </p:cNvSpPr>
          <p:nvPr>
            <p:ph/>
          </p:nvPr>
        </p:nvSpPr>
        <p:spPr>
          <a:xfrm>
            <a:off x="457200" y="1935360"/>
            <a:ext cx="8229240" cy="484920"/>
          </a:xfrm>
          <a:prstGeom prst="rect">
            <a:avLst/>
          </a:prstGeom>
          <a:noFill/>
          <a:ln w="0">
            <a:noFill/>
          </a:ln>
        </p:spPr>
        <p:txBody>
          <a:bodyPr lIns="90000" rIns="90000" tIns="45000" bIns="45000" anchor="t">
            <a:normAutofit fontScale="99000"/>
          </a:bodyPr>
          <a:p>
            <a:pPr marL="274320" indent="-274320">
              <a:lnSpc>
                <a:spcPct val="100000"/>
              </a:lnSpc>
              <a:spcBef>
                <a:spcPts val="519"/>
              </a:spcBef>
              <a:buClr>
                <a:srgbClr val="0bd0d9"/>
              </a:buClr>
              <a:buSzPct val="95000"/>
              <a:buFont typeface="Wingdings 2" charset="2"/>
              <a:buChar char=""/>
            </a:pPr>
            <a:r>
              <a:rPr b="0" lang="en-US" sz="2600" spc="-1" strike="noStrike">
                <a:solidFill>
                  <a:srgbClr val="000000"/>
                </a:solidFill>
                <a:latin typeface="Constantia"/>
              </a:rPr>
              <a:t>Whole UI Structure</a:t>
            </a:r>
            <a:endParaRPr b="0" lang="es-CL" sz="2600" spc="-1" strike="noStrike">
              <a:solidFill>
                <a:srgbClr val="000000"/>
              </a:solidFill>
              <a:latin typeface="Constantia"/>
            </a:endParaRPr>
          </a:p>
        </p:txBody>
      </p:sp>
      <p:pic>
        <p:nvPicPr>
          <p:cNvPr id="284" name="Imagen 4" descr="Diagrama&#10;&#10;Descripción generada automáticamente"/>
          <p:cNvPicPr/>
          <p:nvPr/>
        </p:nvPicPr>
        <p:blipFill>
          <a:blip r:embed="rId1"/>
          <a:stretch/>
        </p:blipFill>
        <p:spPr>
          <a:xfrm>
            <a:off x="755640" y="2399400"/>
            <a:ext cx="7344360" cy="4037400"/>
          </a:xfrm>
          <a:prstGeom prst="rect">
            <a:avLst/>
          </a:prstGeom>
          <a:ln w="0">
            <a:noFill/>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5" name="PlaceHolder 1"/>
          <p:cNvSpPr>
            <a:spLocks noGrp="1"/>
          </p:cNvSpPr>
          <p:nvPr>
            <p:ph type="title"/>
          </p:nvPr>
        </p:nvSpPr>
        <p:spPr>
          <a:xfrm>
            <a:off x="457200" y="704160"/>
            <a:ext cx="8229240" cy="1142640"/>
          </a:xfrm>
          <a:prstGeom prst="rect">
            <a:avLst/>
          </a:prstGeom>
          <a:noFill/>
          <a:ln w="0">
            <a:noFill/>
          </a:ln>
        </p:spPr>
        <p:txBody>
          <a:bodyPr lIns="0" rIns="0" tIns="45000" bIns="0" anchor="b">
            <a:noAutofit/>
          </a:bodyPr>
          <a:p>
            <a:pPr>
              <a:lnSpc>
                <a:spcPct val="100000"/>
              </a:lnSpc>
              <a:buNone/>
            </a:pPr>
            <a:r>
              <a:rPr b="0" lang="en-US" sz="4000" spc="-1" strike="noStrike">
                <a:solidFill>
                  <a:srgbClr val="04617b"/>
                </a:solidFill>
                <a:latin typeface="Calibri"/>
              </a:rPr>
              <a:t>UI structure </a:t>
            </a:r>
            <a:r>
              <a:rPr b="0" i="1" lang="en-US" sz="4000" spc="-1" strike="noStrike">
                <a:solidFill>
                  <a:srgbClr val="55a839"/>
                </a:solidFill>
                <a:latin typeface="Calibri"/>
              </a:rPr>
              <a:t>– sample1(flow graph)</a:t>
            </a:r>
            <a:endParaRPr b="0" lang="es-CL" sz="4000" spc="-1" strike="noStrike">
              <a:solidFill>
                <a:srgbClr val="000000"/>
              </a:solidFill>
              <a:latin typeface="Constantia"/>
            </a:endParaRPr>
          </a:p>
        </p:txBody>
      </p:sp>
      <p:pic>
        <p:nvPicPr>
          <p:cNvPr id="286" name="내용 개체 틀 3" descr=""/>
          <p:cNvPicPr/>
          <p:nvPr/>
        </p:nvPicPr>
        <p:blipFill>
          <a:blip r:embed="rId1"/>
          <a:stretch/>
        </p:blipFill>
        <p:spPr>
          <a:xfrm>
            <a:off x="1115640" y="1989000"/>
            <a:ext cx="6365160" cy="4389120"/>
          </a:xfrm>
          <a:prstGeom prst="rect">
            <a:avLst/>
          </a:prstGeom>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7" name="PlaceHolder 1"/>
          <p:cNvSpPr>
            <a:spLocks noGrp="1"/>
          </p:cNvSpPr>
          <p:nvPr>
            <p:ph type="title"/>
          </p:nvPr>
        </p:nvSpPr>
        <p:spPr>
          <a:xfrm>
            <a:off x="457200" y="704160"/>
            <a:ext cx="8229240" cy="1142640"/>
          </a:xfrm>
          <a:prstGeom prst="rect">
            <a:avLst/>
          </a:prstGeom>
          <a:noFill/>
          <a:ln w="0">
            <a:noFill/>
          </a:ln>
        </p:spPr>
        <p:txBody>
          <a:bodyPr lIns="0" rIns="0" tIns="45000" bIns="0" anchor="b">
            <a:noAutofit/>
          </a:bodyPr>
          <a:p>
            <a:pPr>
              <a:lnSpc>
                <a:spcPct val="100000"/>
              </a:lnSpc>
              <a:buNone/>
            </a:pPr>
            <a:r>
              <a:rPr b="0" lang="en-US" sz="4000" spc="-1" strike="noStrike">
                <a:solidFill>
                  <a:srgbClr val="04617b"/>
                </a:solidFill>
                <a:latin typeface="Calibri"/>
              </a:rPr>
              <a:t>UI Structure </a:t>
            </a:r>
            <a:r>
              <a:rPr b="0" i="1" lang="en-US" sz="4000" spc="-1" strike="noStrike">
                <a:solidFill>
                  <a:srgbClr val="55a839"/>
                </a:solidFill>
                <a:latin typeface="Calibri"/>
              </a:rPr>
              <a:t>– sample2(depth navi.)</a:t>
            </a:r>
            <a:endParaRPr b="0" lang="es-CL" sz="4000" spc="-1" strike="noStrike">
              <a:solidFill>
                <a:srgbClr val="000000"/>
              </a:solidFill>
              <a:latin typeface="Constantia"/>
            </a:endParaRPr>
          </a:p>
        </p:txBody>
      </p:sp>
      <p:grpSp>
        <p:nvGrpSpPr>
          <p:cNvPr id="288" name="내용 개체 틀 32"/>
          <p:cNvGrpSpPr/>
          <p:nvPr/>
        </p:nvGrpSpPr>
        <p:grpSpPr>
          <a:xfrm>
            <a:off x="395640" y="2117520"/>
            <a:ext cx="8434800" cy="4479480"/>
            <a:chOff x="395640" y="2117520"/>
            <a:chExt cx="8434800" cy="4479480"/>
          </a:xfrm>
        </p:grpSpPr>
        <p:sp>
          <p:nvSpPr>
            <p:cNvPr id="289" name="직사각형 33"/>
            <p:cNvSpPr/>
            <p:nvPr/>
          </p:nvSpPr>
          <p:spPr>
            <a:xfrm>
              <a:off x="395640" y="3039840"/>
              <a:ext cx="1405440" cy="460800"/>
            </a:xfrm>
            <a:prstGeom prst="rect">
              <a:avLst/>
            </a:prstGeom>
            <a:noFill/>
            <a:ln w="15875">
              <a:solidFill>
                <a:srgbClr val="00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buNone/>
              </a:pPr>
              <a:r>
                <a:rPr b="0" lang="en-US" sz="1200" spc="-1" strike="noStrike">
                  <a:solidFill>
                    <a:srgbClr val="000000"/>
                  </a:solidFill>
                  <a:latin typeface="Constantia"/>
                </a:rPr>
                <a:t>Picture list</a:t>
              </a:r>
              <a:endParaRPr b="0" lang="es-CL" sz="1200" spc="-1" strike="noStrike">
                <a:latin typeface="Arial"/>
              </a:endParaRPr>
            </a:p>
          </p:txBody>
        </p:sp>
        <p:sp>
          <p:nvSpPr>
            <p:cNvPr id="290" name="직사각형 34"/>
            <p:cNvSpPr/>
            <p:nvPr/>
          </p:nvSpPr>
          <p:spPr>
            <a:xfrm>
              <a:off x="5751360" y="4752720"/>
              <a:ext cx="1405440" cy="460800"/>
            </a:xfrm>
            <a:prstGeom prst="rect">
              <a:avLst/>
            </a:prstGeom>
            <a:noFill/>
            <a:ln w="15875">
              <a:solidFill>
                <a:srgbClr val="00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buNone/>
              </a:pPr>
              <a:r>
                <a:rPr b="0" lang="en-US" sz="1200" spc="-1" strike="noStrike">
                  <a:solidFill>
                    <a:srgbClr val="000000"/>
                  </a:solidFill>
                  <a:latin typeface="Constantia"/>
                </a:rPr>
                <a:t>Slideshow</a:t>
              </a:r>
              <a:endParaRPr b="0" lang="es-CL" sz="1200" spc="-1" strike="noStrike">
                <a:latin typeface="Arial"/>
              </a:endParaRPr>
            </a:p>
          </p:txBody>
        </p:sp>
        <p:sp>
          <p:nvSpPr>
            <p:cNvPr id="291" name="직사각형 35"/>
            <p:cNvSpPr/>
            <p:nvPr/>
          </p:nvSpPr>
          <p:spPr>
            <a:xfrm>
              <a:off x="5751360" y="3896280"/>
              <a:ext cx="1405440" cy="460800"/>
            </a:xfrm>
            <a:prstGeom prst="rect">
              <a:avLst/>
            </a:prstGeom>
            <a:noFill/>
            <a:ln w="15875">
              <a:solidFill>
                <a:srgbClr val="00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buNone/>
              </a:pPr>
              <a:r>
                <a:rPr b="0" lang="en-US" sz="1100" spc="-1" strike="noStrike">
                  <a:solidFill>
                    <a:srgbClr val="000000"/>
                  </a:solidFill>
                  <a:latin typeface="Constantia"/>
                </a:rPr>
                <a:t>View selected pictures and replies</a:t>
              </a:r>
              <a:endParaRPr b="0" lang="es-CL" sz="1100" spc="-1" strike="noStrike">
                <a:latin typeface="Arial"/>
              </a:endParaRPr>
            </a:p>
          </p:txBody>
        </p:sp>
        <p:sp>
          <p:nvSpPr>
            <p:cNvPr id="292" name="직사각형 36"/>
            <p:cNvSpPr/>
            <p:nvPr/>
          </p:nvSpPr>
          <p:spPr>
            <a:xfrm>
              <a:off x="2136240" y="3896280"/>
              <a:ext cx="1405440" cy="460800"/>
            </a:xfrm>
            <a:prstGeom prst="rect">
              <a:avLst/>
            </a:prstGeom>
            <a:noFill/>
            <a:ln w="15875">
              <a:solidFill>
                <a:srgbClr val="00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buNone/>
              </a:pPr>
              <a:r>
                <a:rPr b="0" lang="en-US" sz="1200" spc="-1" strike="noStrike">
                  <a:solidFill>
                    <a:srgbClr val="000000"/>
                  </a:solidFill>
                  <a:latin typeface="Constantia"/>
                </a:rPr>
                <a:t>Album list by pictures owner</a:t>
              </a:r>
              <a:endParaRPr b="0" lang="es-CL" sz="1200" spc="-1" strike="noStrike">
                <a:latin typeface="Arial"/>
              </a:endParaRPr>
            </a:p>
          </p:txBody>
        </p:sp>
        <p:sp>
          <p:nvSpPr>
            <p:cNvPr id="293" name="직사각형 37"/>
            <p:cNvSpPr/>
            <p:nvPr/>
          </p:nvSpPr>
          <p:spPr>
            <a:xfrm>
              <a:off x="7425000" y="3896280"/>
              <a:ext cx="1405440" cy="460800"/>
            </a:xfrm>
            <a:prstGeom prst="rect">
              <a:avLst/>
            </a:prstGeom>
            <a:noFill/>
            <a:ln w="15875">
              <a:solidFill>
                <a:srgbClr val="00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buNone/>
              </a:pPr>
              <a:r>
                <a:rPr b="0" lang="en-US" sz="1200" spc="-1" strike="noStrike">
                  <a:solidFill>
                    <a:srgbClr val="000000"/>
                  </a:solidFill>
                  <a:latin typeface="Constantia"/>
                </a:rPr>
                <a:t>Slideshow</a:t>
              </a:r>
              <a:endParaRPr b="0" lang="es-CL" sz="1200" spc="-1" strike="noStrike">
                <a:latin typeface="Arial"/>
              </a:endParaRPr>
            </a:p>
          </p:txBody>
        </p:sp>
        <p:sp>
          <p:nvSpPr>
            <p:cNvPr id="294" name="직사각형 38"/>
            <p:cNvSpPr/>
            <p:nvPr/>
          </p:nvSpPr>
          <p:spPr>
            <a:xfrm>
              <a:off x="3943800" y="3896280"/>
              <a:ext cx="1405440" cy="460800"/>
            </a:xfrm>
            <a:prstGeom prst="rect">
              <a:avLst/>
            </a:prstGeom>
            <a:noFill/>
            <a:ln w="15875">
              <a:solidFill>
                <a:srgbClr val="00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buNone/>
              </a:pPr>
              <a:r>
                <a:rPr b="0" lang="en-US" sz="1200" spc="-1" strike="noStrike">
                  <a:solidFill>
                    <a:srgbClr val="000000"/>
                  </a:solidFill>
                  <a:latin typeface="Constantia"/>
                </a:rPr>
                <a:t>Picture list by pictures owner</a:t>
              </a:r>
              <a:endParaRPr b="0" lang="es-CL" sz="1200" spc="-1" strike="noStrike">
                <a:latin typeface="Arial"/>
              </a:endParaRPr>
            </a:p>
          </p:txBody>
        </p:sp>
        <p:sp>
          <p:nvSpPr>
            <p:cNvPr id="295" name="직사각형 39"/>
            <p:cNvSpPr/>
            <p:nvPr/>
          </p:nvSpPr>
          <p:spPr>
            <a:xfrm>
              <a:off x="3943800" y="3039840"/>
              <a:ext cx="1405440" cy="460800"/>
            </a:xfrm>
            <a:prstGeom prst="rect">
              <a:avLst/>
            </a:prstGeom>
            <a:noFill/>
            <a:ln w="15875">
              <a:solidFill>
                <a:srgbClr val="00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buNone/>
              </a:pPr>
              <a:r>
                <a:rPr b="0" lang="en-US" sz="1200" spc="-1" strike="noStrike">
                  <a:solidFill>
                    <a:srgbClr val="000000"/>
                  </a:solidFill>
                  <a:latin typeface="Constantia"/>
                </a:rPr>
                <a:t>Slideshow</a:t>
              </a:r>
              <a:endParaRPr b="0" lang="es-CL" sz="1200" spc="-1" strike="noStrike">
                <a:latin typeface="Arial"/>
              </a:endParaRPr>
            </a:p>
          </p:txBody>
        </p:sp>
        <p:sp>
          <p:nvSpPr>
            <p:cNvPr id="296" name="직사각형 40"/>
            <p:cNvSpPr/>
            <p:nvPr/>
          </p:nvSpPr>
          <p:spPr>
            <a:xfrm>
              <a:off x="2136240" y="3039840"/>
              <a:ext cx="1405440" cy="460800"/>
            </a:xfrm>
            <a:prstGeom prst="rect">
              <a:avLst/>
            </a:prstGeom>
            <a:noFill/>
            <a:ln w="15875">
              <a:solidFill>
                <a:srgbClr val="00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buNone/>
              </a:pPr>
              <a:r>
                <a:rPr b="0" lang="en-US" sz="1100" spc="-1" strike="noStrike">
                  <a:solidFill>
                    <a:srgbClr val="000000"/>
                  </a:solidFill>
                  <a:latin typeface="Constantia"/>
                </a:rPr>
                <a:t>View selected pictures and replies</a:t>
              </a:r>
              <a:endParaRPr b="0" lang="es-CL" sz="1100" spc="-1" strike="noStrike">
                <a:latin typeface="Arial"/>
              </a:endParaRPr>
            </a:p>
          </p:txBody>
        </p:sp>
        <p:sp>
          <p:nvSpPr>
            <p:cNvPr id="297" name="직사각형 41"/>
            <p:cNvSpPr/>
            <p:nvPr/>
          </p:nvSpPr>
          <p:spPr>
            <a:xfrm>
              <a:off x="3943800" y="4752720"/>
              <a:ext cx="1405440" cy="460800"/>
            </a:xfrm>
            <a:prstGeom prst="rect">
              <a:avLst/>
            </a:prstGeom>
            <a:noFill/>
            <a:ln w="15875">
              <a:solidFill>
                <a:srgbClr val="00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buNone/>
              </a:pPr>
              <a:r>
                <a:rPr b="0" lang="en-US" sz="1100" spc="-1" strike="noStrike">
                  <a:solidFill>
                    <a:srgbClr val="000000"/>
                  </a:solidFill>
                  <a:latin typeface="Constantia"/>
                </a:rPr>
                <a:t>View selected pictures and replies</a:t>
              </a:r>
              <a:endParaRPr b="0" lang="es-CL" sz="1100" spc="-1" strike="noStrike">
                <a:latin typeface="Arial"/>
              </a:endParaRPr>
            </a:p>
          </p:txBody>
        </p:sp>
        <p:sp>
          <p:nvSpPr>
            <p:cNvPr id="298" name="직사각형 42"/>
            <p:cNvSpPr/>
            <p:nvPr/>
          </p:nvSpPr>
          <p:spPr>
            <a:xfrm>
              <a:off x="2136240" y="4752720"/>
              <a:ext cx="1405440" cy="460800"/>
            </a:xfrm>
            <a:prstGeom prst="rect">
              <a:avLst/>
            </a:prstGeom>
            <a:noFill/>
            <a:ln w="15875">
              <a:solidFill>
                <a:srgbClr val="00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buNone/>
              </a:pPr>
              <a:r>
                <a:rPr b="0" lang="en-US" sz="1200" spc="-1" strike="noStrike">
                  <a:solidFill>
                    <a:srgbClr val="000000"/>
                  </a:solidFill>
                  <a:latin typeface="Constantia"/>
                </a:rPr>
                <a:t>Searched pictures list</a:t>
              </a:r>
              <a:endParaRPr b="0" lang="es-CL" sz="1200" spc="-1" strike="noStrike">
                <a:latin typeface="Arial"/>
              </a:endParaRPr>
            </a:p>
          </p:txBody>
        </p:sp>
        <p:sp>
          <p:nvSpPr>
            <p:cNvPr id="299" name="직선 화살표 연결선 43"/>
            <p:cNvSpPr/>
            <p:nvPr/>
          </p:nvSpPr>
          <p:spPr>
            <a:xfrm>
              <a:off x="1801440" y="3270600"/>
              <a:ext cx="334440" cy="1080"/>
            </a:xfrm>
            <a:custGeom>
              <a:avLst/>
              <a:gdLst/>
              <a:ahLst/>
              <a:rect l="l" t="t" r="r" b="b"/>
              <a:pathLst>
                <a:path w="21600" h="21600">
                  <a:moveTo>
                    <a:pt x="0" y="0"/>
                  </a:moveTo>
                  <a:lnTo>
                    <a:pt x="21600" y="21600"/>
                  </a:lnTo>
                </a:path>
              </a:pathLst>
            </a:custGeom>
            <a:noFill/>
            <a:ln>
              <a:solidFill>
                <a:srgbClr val="04617b">
                  <a:lumMod val="60000"/>
                  <a:lumOff val="40000"/>
                </a:srgbClr>
              </a:solidFill>
              <a:round/>
              <a:tailEnd len="med" type="arrow" w="med"/>
            </a:ln>
          </p:spPr>
          <p:style>
            <a:lnRef idx="1">
              <a:schemeClr val="accent1"/>
            </a:lnRef>
            <a:fillRef idx="0">
              <a:schemeClr val="accent1"/>
            </a:fillRef>
            <a:effectRef idx="0">
              <a:schemeClr val="accent1"/>
            </a:effectRef>
            <a:fontRef idx="minor"/>
          </p:style>
        </p:sp>
        <p:sp>
          <p:nvSpPr>
            <p:cNvPr id="300" name="직선 화살표 연결선 44"/>
            <p:cNvSpPr/>
            <p:nvPr/>
          </p:nvSpPr>
          <p:spPr>
            <a:xfrm>
              <a:off x="3542040" y="3270600"/>
              <a:ext cx="401400" cy="1080"/>
            </a:xfrm>
            <a:custGeom>
              <a:avLst/>
              <a:gdLst/>
              <a:ahLst/>
              <a:rect l="l" t="t" r="r" b="b"/>
              <a:pathLst>
                <a:path w="21600" h="21600">
                  <a:moveTo>
                    <a:pt x="0" y="0"/>
                  </a:moveTo>
                  <a:lnTo>
                    <a:pt x="21600" y="21600"/>
                  </a:lnTo>
                </a:path>
              </a:pathLst>
            </a:custGeom>
            <a:noFill/>
            <a:ln>
              <a:solidFill>
                <a:srgbClr val="04617b">
                  <a:lumMod val="60000"/>
                  <a:lumOff val="40000"/>
                </a:srgbClr>
              </a:solidFill>
              <a:round/>
              <a:tailEnd len="med" type="arrow" w="med"/>
            </a:ln>
          </p:spPr>
          <p:style>
            <a:lnRef idx="1">
              <a:schemeClr val="accent1"/>
            </a:lnRef>
            <a:fillRef idx="0">
              <a:schemeClr val="accent1"/>
            </a:fillRef>
            <a:effectRef idx="0">
              <a:schemeClr val="accent1"/>
            </a:effectRef>
            <a:fontRef idx="minor"/>
          </p:style>
        </p:sp>
        <p:sp>
          <p:nvSpPr>
            <p:cNvPr id="301" name="꺾인 연결선 28"/>
            <p:cNvSpPr/>
            <p:nvPr/>
          </p:nvSpPr>
          <p:spPr>
            <a:xfrm flipH="1" rot="16200000">
              <a:off x="1590120" y="3551040"/>
              <a:ext cx="822960" cy="267480"/>
            </a:xfrm>
            <a:prstGeom prst="bentConnector2">
              <a:avLst/>
            </a:prstGeom>
            <a:noFill/>
            <a:ln>
              <a:solidFill>
                <a:srgbClr val="04617b">
                  <a:lumMod val="60000"/>
                  <a:lumOff val="40000"/>
                </a:srgbClr>
              </a:solidFill>
              <a:round/>
              <a:tailEnd len="med" type="arrow" w="med"/>
            </a:ln>
          </p:spPr>
          <p:style>
            <a:lnRef idx="1">
              <a:schemeClr val="accent1"/>
            </a:lnRef>
            <a:fillRef idx="0">
              <a:schemeClr val="accent1"/>
            </a:fillRef>
            <a:effectRef idx="0">
              <a:schemeClr val="accent1"/>
            </a:effectRef>
            <a:fontRef idx="minor"/>
          </p:style>
        </p:sp>
        <p:sp>
          <p:nvSpPr>
            <p:cNvPr id="302" name="꺾인 연결선 46"/>
            <p:cNvSpPr/>
            <p:nvPr/>
          </p:nvSpPr>
          <p:spPr>
            <a:xfrm>
              <a:off x="1801440" y="3270600"/>
              <a:ext cx="334440" cy="1712520"/>
            </a:xfrm>
            <a:prstGeom prst="bentConnector3">
              <a:avLst>
                <a:gd name="adj1" fmla="val 19882"/>
              </a:avLst>
            </a:prstGeom>
            <a:noFill/>
            <a:ln>
              <a:solidFill>
                <a:srgbClr val="04617b">
                  <a:lumMod val="60000"/>
                  <a:lumOff val="40000"/>
                </a:srgbClr>
              </a:solidFill>
              <a:round/>
              <a:tailEnd len="med" type="arrow" w="med"/>
            </a:ln>
          </p:spPr>
          <p:style>
            <a:lnRef idx="1">
              <a:schemeClr val="accent1"/>
            </a:lnRef>
            <a:fillRef idx="0">
              <a:schemeClr val="accent1"/>
            </a:fillRef>
            <a:effectRef idx="0">
              <a:schemeClr val="accent1"/>
            </a:effectRef>
            <a:fontRef idx="minor"/>
          </p:style>
        </p:sp>
        <p:sp>
          <p:nvSpPr>
            <p:cNvPr id="303" name="직선 화살표 연결선 47"/>
            <p:cNvSpPr/>
            <p:nvPr/>
          </p:nvSpPr>
          <p:spPr>
            <a:xfrm>
              <a:off x="3542040" y="4104000"/>
              <a:ext cx="401400" cy="1080"/>
            </a:xfrm>
            <a:custGeom>
              <a:avLst/>
              <a:gdLst/>
              <a:ahLst/>
              <a:rect l="l" t="t" r="r" b="b"/>
              <a:pathLst>
                <a:path w="21600" h="21600">
                  <a:moveTo>
                    <a:pt x="0" y="0"/>
                  </a:moveTo>
                  <a:lnTo>
                    <a:pt x="21600" y="21600"/>
                  </a:lnTo>
                </a:path>
              </a:pathLst>
            </a:custGeom>
            <a:noFill/>
            <a:ln>
              <a:solidFill>
                <a:srgbClr val="04617b">
                  <a:lumMod val="60000"/>
                  <a:lumOff val="40000"/>
                </a:srgbClr>
              </a:solidFill>
              <a:round/>
              <a:tailEnd len="med" type="arrow" w="med"/>
            </a:ln>
          </p:spPr>
          <p:style>
            <a:lnRef idx="1">
              <a:schemeClr val="accent1"/>
            </a:lnRef>
            <a:fillRef idx="0">
              <a:schemeClr val="accent1"/>
            </a:fillRef>
            <a:effectRef idx="0">
              <a:schemeClr val="accent1"/>
            </a:effectRef>
            <a:fontRef idx="minor"/>
          </p:style>
        </p:sp>
        <p:sp>
          <p:nvSpPr>
            <p:cNvPr id="304" name="직선 화살표 연결선 48"/>
            <p:cNvSpPr/>
            <p:nvPr/>
          </p:nvSpPr>
          <p:spPr>
            <a:xfrm>
              <a:off x="3542040" y="4984920"/>
              <a:ext cx="401400" cy="1080"/>
            </a:xfrm>
            <a:custGeom>
              <a:avLst/>
              <a:gdLst/>
              <a:ahLst/>
              <a:rect l="l" t="t" r="r" b="b"/>
              <a:pathLst>
                <a:path w="21600" h="21600">
                  <a:moveTo>
                    <a:pt x="0" y="0"/>
                  </a:moveTo>
                  <a:lnTo>
                    <a:pt x="21600" y="21600"/>
                  </a:lnTo>
                </a:path>
              </a:pathLst>
            </a:custGeom>
            <a:noFill/>
            <a:ln>
              <a:solidFill>
                <a:srgbClr val="04617b">
                  <a:lumMod val="60000"/>
                  <a:lumOff val="40000"/>
                </a:srgbClr>
              </a:solidFill>
              <a:round/>
              <a:tailEnd len="med" type="arrow" w="med"/>
            </a:ln>
          </p:spPr>
          <p:style>
            <a:lnRef idx="1">
              <a:schemeClr val="accent1"/>
            </a:lnRef>
            <a:fillRef idx="0">
              <a:schemeClr val="accent1"/>
            </a:fillRef>
            <a:effectRef idx="0">
              <a:schemeClr val="accent1"/>
            </a:effectRef>
            <a:fontRef idx="minor"/>
          </p:style>
        </p:sp>
        <p:sp>
          <p:nvSpPr>
            <p:cNvPr id="305" name="직선 화살표 연결선 49"/>
            <p:cNvSpPr/>
            <p:nvPr/>
          </p:nvSpPr>
          <p:spPr>
            <a:xfrm>
              <a:off x="7157160" y="4127040"/>
              <a:ext cx="267480" cy="1080"/>
            </a:xfrm>
            <a:custGeom>
              <a:avLst/>
              <a:gdLst/>
              <a:ahLst/>
              <a:rect l="l" t="t" r="r" b="b"/>
              <a:pathLst>
                <a:path w="21600" h="21600">
                  <a:moveTo>
                    <a:pt x="0" y="0"/>
                  </a:moveTo>
                  <a:lnTo>
                    <a:pt x="21600" y="21600"/>
                  </a:lnTo>
                </a:path>
              </a:pathLst>
            </a:custGeom>
            <a:noFill/>
            <a:ln>
              <a:solidFill>
                <a:srgbClr val="04617b">
                  <a:lumMod val="60000"/>
                  <a:lumOff val="40000"/>
                </a:srgbClr>
              </a:solidFill>
              <a:round/>
              <a:tailEnd len="med" type="arrow" w="med"/>
            </a:ln>
          </p:spPr>
          <p:style>
            <a:lnRef idx="1">
              <a:schemeClr val="accent1"/>
            </a:lnRef>
            <a:fillRef idx="0">
              <a:schemeClr val="accent1"/>
            </a:fillRef>
            <a:effectRef idx="0">
              <a:schemeClr val="accent1"/>
            </a:effectRef>
            <a:fontRef idx="minor"/>
          </p:style>
        </p:sp>
        <p:sp>
          <p:nvSpPr>
            <p:cNvPr id="306" name="직선 화살표 연결선 50"/>
            <p:cNvSpPr/>
            <p:nvPr/>
          </p:nvSpPr>
          <p:spPr>
            <a:xfrm>
              <a:off x="5349600" y="4104000"/>
              <a:ext cx="401400" cy="1080"/>
            </a:xfrm>
            <a:custGeom>
              <a:avLst/>
              <a:gdLst/>
              <a:ahLst/>
              <a:rect l="l" t="t" r="r" b="b"/>
              <a:pathLst>
                <a:path w="21600" h="21600">
                  <a:moveTo>
                    <a:pt x="0" y="0"/>
                  </a:moveTo>
                  <a:lnTo>
                    <a:pt x="21600" y="21600"/>
                  </a:lnTo>
                </a:path>
              </a:pathLst>
            </a:custGeom>
            <a:noFill/>
            <a:ln>
              <a:solidFill>
                <a:srgbClr val="04617b">
                  <a:lumMod val="60000"/>
                  <a:lumOff val="40000"/>
                </a:srgbClr>
              </a:solidFill>
              <a:round/>
              <a:tailEnd len="med" type="arrow" w="med"/>
            </a:ln>
          </p:spPr>
          <p:style>
            <a:lnRef idx="1">
              <a:schemeClr val="accent1"/>
            </a:lnRef>
            <a:fillRef idx="0">
              <a:schemeClr val="accent1"/>
            </a:fillRef>
            <a:effectRef idx="0">
              <a:schemeClr val="accent1"/>
            </a:effectRef>
            <a:fontRef idx="minor"/>
          </p:style>
        </p:sp>
        <p:sp>
          <p:nvSpPr>
            <p:cNvPr id="307" name="직선 화살표 연결선 51"/>
            <p:cNvSpPr/>
            <p:nvPr/>
          </p:nvSpPr>
          <p:spPr>
            <a:xfrm>
              <a:off x="5349600" y="4984920"/>
              <a:ext cx="401400" cy="1080"/>
            </a:xfrm>
            <a:custGeom>
              <a:avLst/>
              <a:gdLst/>
              <a:ahLst/>
              <a:rect l="l" t="t" r="r" b="b"/>
              <a:pathLst>
                <a:path w="21600" h="21600">
                  <a:moveTo>
                    <a:pt x="0" y="0"/>
                  </a:moveTo>
                  <a:lnTo>
                    <a:pt x="21600" y="21600"/>
                  </a:lnTo>
                </a:path>
              </a:pathLst>
            </a:custGeom>
            <a:noFill/>
            <a:ln>
              <a:solidFill>
                <a:srgbClr val="04617b">
                  <a:lumMod val="60000"/>
                  <a:lumOff val="40000"/>
                </a:srgbClr>
              </a:solidFill>
              <a:round/>
              <a:tailEnd len="med" type="arrow" w="med"/>
            </a:ln>
          </p:spPr>
          <p:style>
            <a:lnRef idx="1">
              <a:schemeClr val="accent1"/>
            </a:lnRef>
            <a:fillRef idx="0">
              <a:schemeClr val="accent1"/>
            </a:fillRef>
            <a:effectRef idx="0">
              <a:schemeClr val="accent1"/>
            </a:effectRef>
            <a:fontRef idx="minor"/>
          </p:style>
        </p:sp>
        <p:sp>
          <p:nvSpPr>
            <p:cNvPr id="308" name="직선 연결선 52"/>
            <p:cNvSpPr/>
            <p:nvPr/>
          </p:nvSpPr>
          <p:spPr>
            <a:xfrm>
              <a:off x="2001960" y="2117520"/>
              <a:ext cx="360" cy="4479480"/>
            </a:xfrm>
            <a:prstGeom prst="line">
              <a:avLst/>
            </a:prstGeom>
            <a:ln w="31750">
              <a:solidFill>
                <a:srgbClr val="000000"/>
              </a:solidFill>
              <a:round/>
            </a:ln>
          </p:spPr>
          <p:style>
            <a:lnRef idx="1">
              <a:schemeClr val="accent1"/>
            </a:lnRef>
            <a:fillRef idx="0">
              <a:schemeClr val="accent1"/>
            </a:fillRef>
            <a:effectRef idx="0">
              <a:schemeClr val="accent1"/>
            </a:effectRef>
            <a:fontRef idx="minor"/>
          </p:style>
        </p:sp>
        <p:sp>
          <p:nvSpPr>
            <p:cNvPr id="309" name="직선 연결선 53"/>
            <p:cNvSpPr/>
            <p:nvPr/>
          </p:nvSpPr>
          <p:spPr>
            <a:xfrm>
              <a:off x="3742560" y="2117520"/>
              <a:ext cx="360" cy="4479480"/>
            </a:xfrm>
            <a:prstGeom prst="line">
              <a:avLst/>
            </a:prstGeom>
            <a:ln w="31750">
              <a:solidFill>
                <a:srgbClr val="000000"/>
              </a:solidFill>
              <a:round/>
            </a:ln>
          </p:spPr>
          <p:style>
            <a:lnRef idx="1">
              <a:schemeClr val="accent1"/>
            </a:lnRef>
            <a:fillRef idx="0">
              <a:schemeClr val="accent1"/>
            </a:fillRef>
            <a:effectRef idx="0">
              <a:schemeClr val="accent1"/>
            </a:effectRef>
            <a:fontRef idx="minor"/>
          </p:style>
        </p:sp>
        <p:sp>
          <p:nvSpPr>
            <p:cNvPr id="310" name="직선 연결선 54"/>
            <p:cNvSpPr/>
            <p:nvPr/>
          </p:nvSpPr>
          <p:spPr>
            <a:xfrm>
              <a:off x="5550120" y="2117520"/>
              <a:ext cx="360" cy="4479480"/>
            </a:xfrm>
            <a:prstGeom prst="line">
              <a:avLst/>
            </a:prstGeom>
            <a:ln w="31750">
              <a:solidFill>
                <a:srgbClr val="000000"/>
              </a:solidFill>
              <a:round/>
            </a:ln>
          </p:spPr>
          <p:style>
            <a:lnRef idx="1">
              <a:schemeClr val="accent1"/>
            </a:lnRef>
            <a:fillRef idx="0">
              <a:schemeClr val="accent1"/>
            </a:fillRef>
            <a:effectRef idx="0">
              <a:schemeClr val="accent1"/>
            </a:effectRef>
            <a:fontRef idx="minor"/>
          </p:style>
        </p:sp>
        <p:sp>
          <p:nvSpPr>
            <p:cNvPr id="311" name="직선 연결선 55"/>
            <p:cNvSpPr/>
            <p:nvPr/>
          </p:nvSpPr>
          <p:spPr>
            <a:xfrm>
              <a:off x="7290720" y="2117520"/>
              <a:ext cx="360" cy="4479480"/>
            </a:xfrm>
            <a:prstGeom prst="line">
              <a:avLst/>
            </a:prstGeom>
            <a:ln w="31750">
              <a:solidFill>
                <a:srgbClr val="000000"/>
              </a:solidFill>
              <a:round/>
            </a:ln>
          </p:spPr>
          <p:style>
            <a:lnRef idx="1">
              <a:schemeClr val="accent1"/>
            </a:lnRef>
            <a:fillRef idx="0">
              <a:schemeClr val="accent1"/>
            </a:fillRef>
            <a:effectRef idx="0">
              <a:schemeClr val="accent1"/>
            </a:effectRef>
            <a:fontRef idx="minor"/>
          </p:style>
        </p:sp>
        <p:sp>
          <p:nvSpPr>
            <p:cNvPr id="312" name="TextBox 50"/>
            <p:cNvSpPr/>
            <p:nvPr/>
          </p:nvSpPr>
          <p:spPr>
            <a:xfrm>
              <a:off x="674280" y="2381040"/>
              <a:ext cx="1019520" cy="31788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en-US" sz="1500" spc="-1" strike="noStrike">
                  <a:solidFill>
                    <a:srgbClr val="000000"/>
                  </a:solidFill>
                  <a:latin typeface="Constantia"/>
                </a:rPr>
                <a:t>1</a:t>
              </a:r>
              <a:r>
                <a:rPr b="0" lang="en-US" sz="1500" spc="-1" strike="noStrike" baseline="30000">
                  <a:solidFill>
                    <a:srgbClr val="000000"/>
                  </a:solidFill>
                  <a:latin typeface="Constantia"/>
                </a:rPr>
                <a:t>st</a:t>
              </a:r>
              <a:r>
                <a:rPr b="0" lang="en-US" sz="1500" spc="-1" strike="noStrike">
                  <a:solidFill>
                    <a:srgbClr val="000000"/>
                  </a:solidFill>
                  <a:latin typeface="Constantia"/>
                </a:rPr>
                <a:t> depth</a:t>
              </a:r>
              <a:endParaRPr b="0" lang="es-CL" sz="1500" spc="-1" strike="noStrike">
                <a:latin typeface="Arial"/>
              </a:endParaRPr>
            </a:p>
          </p:txBody>
        </p:sp>
        <p:sp>
          <p:nvSpPr>
            <p:cNvPr id="313" name="TextBox 51"/>
            <p:cNvSpPr/>
            <p:nvPr/>
          </p:nvSpPr>
          <p:spPr>
            <a:xfrm>
              <a:off x="2381040" y="2381040"/>
              <a:ext cx="1059120" cy="31788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en-US" sz="1500" spc="-1" strike="noStrike">
                  <a:solidFill>
                    <a:srgbClr val="000000"/>
                  </a:solidFill>
                  <a:latin typeface="Constantia"/>
                </a:rPr>
                <a:t>2</a:t>
              </a:r>
              <a:r>
                <a:rPr b="0" lang="en-US" sz="1500" spc="-1" strike="noStrike" baseline="30000">
                  <a:solidFill>
                    <a:srgbClr val="000000"/>
                  </a:solidFill>
                  <a:latin typeface="Constantia"/>
                </a:rPr>
                <a:t>nd</a:t>
              </a:r>
              <a:r>
                <a:rPr b="0" lang="en-US" sz="1500" spc="-1" strike="noStrike">
                  <a:solidFill>
                    <a:srgbClr val="000000"/>
                  </a:solidFill>
                  <a:latin typeface="Constantia"/>
                </a:rPr>
                <a:t> depth</a:t>
              </a:r>
              <a:endParaRPr b="0" lang="es-CL" sz="1500" spc="-1" strike="noStrike">
                <a:latin typeface="Arial"/>
              </a:endParaRPr>
            </a:p>
          </p:txBody>
        </p:sp>
        <p:sp>
          <p:nvSpPr>
            <p:cNvPr id="314" name="TextBox 52"/>
            <p:cNvSpPr/>
            <p:nvPr/>
          </p:nvSpPr>
          <p:spPr>
            <a:xfrm>
              <a:off x="4183200" y="2381040"/>
              <a:ext cx="1041120" cy="31788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en-US" sz="1500" spc="-1" strike="noStrike">
                  <a:solidFill>
                    <a:srgbClr val="000000"/>
                  </a:solidFill>
                  <a:latin typeface="Constantia"/>
                </a:rPr>
                <a:t>3</a:t>
              </a:r>
              <a:r>
                <a:rPr b="0" lang="en-US" sz="1500" spc="-1" strike="noStrike" baseline="30000">
                  <a:solidFill>
                    <a:srgbClr val="000000"/>
                  </a:solidFill>
                  <a:latin typeface="Constantia"/>
                </a:rPr>
                <a:t>rd</a:t>
              </a:r>
              <a:r>
                <a:rPr b="0" lang="en-US" sz="1500" spc="-1" strike="noStrike">
                  <a:solidFill>
                    <a:srgbClr val="000000"/>
                  </a:solidFill>
                  <a:latin typeface="Constantia"/>
                </a:rPr>
                <a:t> depth</a:t>
              </a:r>
              <a:endParaRPr b="0" lang="es-CL" sz="1500" spc="-1" strike="noStrike">
                <a:latin typeface="Arial"/>
              </a:endParaRPr>
            </a:p>
          </p:txBody>
        </p:sp>
        <p:sp>
          <p:nvSpPr>
            <p:cNvPr id="315" name="TextBox 53"/>
            <p:cNvSpPr/>
            <p:nvPr/>
          </p:nvSpPr>
          <p:spPr>
            <a:xfrm>
              <a:off x="5964480" y="2381040"/>
              <a:ext cx="1033560" cy="31788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en-US" sz="1500" spc="-1" strike="noStrike">
                  <a:solidFill>
                    <a:srgbClr val="000000"/>
                  </a:solidFill>
                  <a:latin typeface="Constantia"/>
                </a:rPr>
                <a:t>4</a:t>
              </a:r>
              <a:r>
                <a:rPr b="0" lang="en-US" sz="1500" spc="-1" strike="noStrike" baseline="30000">
                  <a:solidFill>
                    <a:srgbClr val="000000"/>
                  </a:solidFill>
                  <a:latin typeface="Constantia"/>
                </a:rPr>
                <a:t>th</a:t>
              </a:r>
              <a:r>
                <a:rPr b="0" lang="en-US" sz="1500" spc="-1" strike="noStrike">
                  <a:solidFill>
                    <a:srgbClr val="000000"/>
                  </a:solidFill>
                  <a:latin typeface="Constantia"/>
                </a:rPr>
                <a:t> depth</a:t>
              </a:r>
              <a:endParaRPr b="0" lang="es-CL" sz="1500" spc="-1" strike="noStrike">
                <a:latin typeface="Arial"/>
              </a:endParaRPr>
            </a:p>
          </p:txBody>
        </p:sp>
        <p:sp>
          <p:nvSpPr>
            <p:cNvPr id="316" name="TextBox 54"/>
            <p:cNvSpPr/>
            <p:nvPr/>
          </p:nvSpPr>
          <p:spPr>
            <a:xfrm>
              <a:off x="7638120" y="2381040"/>
              <a:ext cx="1033560" cy="31788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en-US" sz="1500" spc="-1" strike="noStrike">
                  <a:solidFill>
                    <a:srgbClr val="000000"/>
                  </a:solidFill>
                  <a:latin typeface="Constantia"/>
                </a:rPr>
                <a:t>5</a:t>
              </a:r>
              <a:r>
                <a:rPr b="0" lang="en-US" sz="1500" spc="-1" strike="noStrike" baseline="30000">
                  <a:solidFill>
                    <a:srgbClr val="000000"/>
                  </a:solidFill>
                  <a:latin typeface="Constantia"/>
                </a:rPr>
                <a:t>th</a:t>
              </a:r>
              <a:r>
                <a:rPr b="0" lang="en-US" sz="1500" spc="-1" strike="noStrike">
                  <a:solidFill>
                    <a:srgbClr val="000000"/>
                  </a:solidFill>
                  <a:latin typeface="Constantia"/>
                </a:rPr>
                <a:t> depth</a:t>
              </a:r>
              <a:endParaRPr b="0" lang="es-CL" sz="1500" spc="-1" strike="noStrike">
                <a:latin typeface="Arial"/>
              </a:endParaRPr>
            </a:p>
          </p:txBody>
        </p:sp>
      </p:gr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7" name="PlaceHolder 1"/>
          <p:cNvSpPr>
            <a:spLocks noGrp="1"/>
          </p:cNvSpPr>
          <p:nvPr>
            <p:ph type="title"/>
          </p:nvPr>
        </p:nvSpPr>
        <p:spPr>
          <a:xfrm>
            <a:off x="457200" y="704160"/>
            <a:ext cx="8229240" cy="1142640"/>
          </a:xfrm>
          <a:prstGeom prst="rect">
            <a:avLst/>
          </a:prstGeom>
          <a:noFill/>
          <a:ln w="0">
            <a:noFill/>
          </a:ln>
        </p:spPr>
        <p:txBody>
          <a:bodyPr lIns="0" rIns="0" tIns="45000" bIns="0" anchor="b">
            <a:noAutofit/>
          </a:bodyPr>
          <a:p>
            <a:pPr>
              <a:lnSpc>
                <a:spcPct val="100000"/>
              </a:lnSpc>
              <a:buNone/>
            </a:pPr>
            <a:r>
              <a:rPr b="0" lang="en-US" sz="4000" spc="-1" strike="noStrike">
                <a:solidFill>
                  <a:srgbClr val="04617b"/>
                </a:solidFill>
                <a:latin typeface="Calibri"/>
              </a:rPr>
              <a:t>Usage Scenario</a:t>
            </a:r>
            <a:endParaRPr b="0" lang="es-CL" sz="4000" spc="-1" strike="noStrike">
              <a:solidFill>
                <a:srgbClr val="000000"/>
              </a:solidFill>
              <a:latin typeface="Constantia"/>
            </a:endParaRPr>
          </a:p>
        </p:txBody>
      </p:sp>
      <p:sp>
        <p:nvSpPr>
          <p:cNvPr id="318" name="PlaceHolder 2"/>
          <p:cNvSpPr>
            <a:spLocks noGrp="1"/>
          </p:cNvSpPr>
          <p:nvPr>
            <p:ph/>
          </p:nvPr>
        </p:nvSpPr>
        <p:spPr>
          <a:xfrm>
            <a:off x="457200" y="1935360"/>
            <a:ext cx="8229240" cy="4388760"/>
          </a:xfrm>
          <a:prstGeom prst="rect">
            <a:avLst/>
          </a:prstGeom>
          <a:noFill/>
          <a:ln w="0">
            <a:noFill/>
          </a:ln>
        </p:spPr>
        <p:txBody>
          <a:bodyPr lIns="90000" rIns="90000" tIns="45000" bIns="45000" anchor="t">
            <a:noAutofit/>
          </a:bodyPr>
          <a:p>
            <a:pPr marL="274320" indent="-274320">
              <a:lnSpc>
                <a:spcPct val="100000"/>
              </a:lnSpc>
              <a:spcBef>
                <a:spcPts val="519"/>
              </a:spcBef>
              <a:buClr>
                <a:srgbClr val="0bd0d9"/>
              </a:buClr>
              <a:buSzPct val="95000"/>
              <a:buFont typeface="Wingdings 2" charset="2"/>
              <a:buChar char=""/>
            </a:pPr>
            <a:r>
              <a:rPr b="0" i="1" lang="en-US" sz="2600" spc="-1" strike="noStrike">
                <a:solidFill>
                  <a:srgbClr val="55a839"/>
                </a:solidFill>
                <a:latin typeface="Constantia"/>
              </a:rPr>
              <a:t>All steps for using app should be described.</a:t>
            </a:r>
            <a:endParaRPr b="0" lang="es-CL" sz="2600" spc="-1" strike="noStrike">
              <a:solidFill>
                <a:srgbClr val="000000"/>
              </a:solidFill>
              <a:latin typeface="Constantia"/>
            </a:endParaRPr>
          </a:p>
          <a:p>
            <a:pPr marL="274320" indent="-274320">
              <a:lnSpc>
                <a:spcPct val="100000"/>
              </a:lnSpc>
              <a:spcBef>
                <a:spcPts val="519"/>
              </a:spcBef>
              <a:buClr>
                <a:srgbClr val="0bd0d9"/>
              </a:buClr>
              <a:buSzPct val="95000"/>
              <a:buFont typeface="Wingdings 2" charset="2"/>
              <a:buChar char=""/>
            </a:pPr>
            <a:r>
              <a:rPr b="0" i="1" lang="en-US" sz="2600" spc="-1" strike="noStrike">
                <a:solidFill>
                  <a:srgbClr val="55a839"/>
                </a:solidFill>
                <a:latin typeface="Constantia"/>
              </a:rPr>
              <a:t>Especially, </a:t>
            </a:r>
            <a:r>
              <a:rPr b="0" i="1" lang="en-US" sz="2600" spc="-1" strike="noStrike">
                <a:solidFill>
                  <a:srgbClr val="ff0000"/>
                </a:solidFill>
                <a:latin typeface="Constantia"/>
              </a:rPr>
              <a:t>if you have log-in system on your app</a:t>
            </a:r>
            <a:r>
              <a:rPr b="0" i="1" lang="en-US" sz="2600" spc="-1" strike="noStrike">
                <a:solidFill>
                  <a:srgbClr val="55a839"/>
                </a:solidFill>
                <a:latin typeface="Constantia"/>
              </a:rPr>
              <a:t>, it should be handled on usage scenario. </a:t>
            </a:r>
            <a:r>
              <a:rPr b="0" i="1" lang="en-US" sz="2600" spc="-1" strike="noStrike">
                <a:solidFill>
                  <a:srgbClr val="ff0000"/>
                </a:solidFill>
                <a:latin typeface="Constantia"/>
              </a:rPr>
              <a:t>Testers will refer the scenario </a:t>
            </a:r>
            <a:r>
              <a:rPr b="0" i="1" lang="en-US" sz="2600" spc="-1" strike="noStrike">
                <a:solidFill>
                  <a:srgbClr val="55a839"/>
                </a:solidFill>
                <a:latin typeface="Constantia"/>
              </a:rPr>
              <a:t>and it will be very helpful to test.</a:t>
            </a:r>
            <a:endParaRPr b="0" lang="es-CL" sz="2600" spc="-1" strike="noStrike">
              <a:solidFill>
                <a:srgbClr val="000000"/>
              </a:solidFill>
              <a:latin typeface="Constantia"/>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9" name="PlaceHolder 1"/>
          <p:cNvSpPr>
            <a:spLocks noGrp="1"/>
          </p:cNvSpPr>
          <p:nvPr>
            <p:ph type="title"/>
          </p:nvPr>
        </p:nvSpPr>
        <p:spPr>
          <a:xfrm>
            <a:off x="457200" y="704160"/>
            <a:ext cx="8229240" cy="1142640"/>
          </a:xfrm>
          <a:prstGeom prst="rect">
            <a:avLst/>
          </a:prstGeom>
          <a:noFill/>
          <a:ln w="0">
            <a:noFill/>
          </a:ln>
        </p:spPr>
        <p:txBody>
          <a:bodyPr lIns="0" rIns="0" tIns="45000" bIns="0" anchor="b">
            <a:noAutofit/>
          </a:bodyPr>
          <a:p>
            <a:pPr>
              <a:lnSpc>
                <a:spcPct val="100000"/>
              </a:lnSpc>
              <a:buNone/>
            </a:pPr>
            <a:r>
              <a:rPr b="0" lang="en-US" sz="4000" spc="-1" strike="noStrike">
                <a:solidFill>
                  <a:srgbClr val="04617b"/>
                </a:solidFill>
                <a:latin typeface="Calibri"/>
              </a:rPr>
              <a:t>Usage Scenario</a:t>
            </a:r>
            <a:r>
              <a:rPr b="0" i="1" lang="en-US" sz="4000" spc="-1" strike="noStrike">
                <a:solidFill>
                  <a:srgbClr val="55a839"/>
                </a:solidFill>
                <a:latin typeface="Calibri"/>
              </a:rPr>
              <a:t> </a:t>
            </a:r>
            <a:endParaRPr b="0" lang="es-CL" sz="4000" spc="-1" strike="noStrike">
              <a:solidFill>
                <a:srgbClr val="000000"/>
              </a:solidFill>
              <a:latin typeface="Constantia"/>
            </a:endParaRPr>
          </a:p>
        </p:txBody>
      </p:sp>
      <p:pic>
        <p:nvPicPr>
          <p:cNvPr id="320" name="Marcador de contenido 4" descr="Texto&#10;&#10;Descripción generada automáticamente"/>
          <p:cNvPicPr/>
          <p:nvPr/>
        </p:nvPicPr>
        <p:blipFill>
          <a:blip r:embed="rId1"/>
          <a:stretch/>
        </p:blipFill>
        <p:spPr>
          <a:xfrm>
            <a:off x="579960" y="1935000"/>
            <a:ext cx="7983360" cy="4389120"/>
          </a:xfrm>
          <a:prstGeom prst="rect">
            <a:avLst/>
          </a:prstGeom>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21" name="Imagen 4" descr=""/>
          <p:cNvPicPr/>
          <p:nvPr/>
        </p:nvPicPr>
        <p:blipFill>
          <a:blip r:embed="rId1"/>
          <a:stretch/>
        </p:blipFill>
        <p:spPr>
          <a:xfrm>
            <a:off x="306720" y="1432800"/>
            <a:ext cx="8364600" cy="4395240"/>
          </a:xfrm>
          <a:prstGeom prst="rect">
            <a:avLst/>
          </a:prstGeom>
          <a:ln w="0">
            <a:noFill/>
          </a:ln>
        </p:spPr>
      </p:pic>
      <p:sp>
        <p:nvSpPr>
          <p:cNvPr id="322" name="PlaceHolder 1"/>
          <p:cNvSpPr>
            <a:spLocks noGrp="1"/>
          </p:cNvSpPr>
          <p:nvPr>
            <p:ph type="title"/>
          </p:nvPr>
        </p:nvSpPr>
        <p:spPr>
          <a:xfrm>
            <a:off x="457200" y="704160"/>
            <a:ext cx="8218800" cy="492480"/>
          </a:xfrm>
          <a:prstGeom prst="rect">
            <a:avLst/>
          </a:prstGeom>
          <a:noFill/>
          <a:ln w="0">
            <a:noFill/>
          </a:ln>
        </p:spPr>
        <p:txBody>
          <a:bodyPr lIns="0" rIns="0" tIns="45000" bIns="0" anchor="b">
            <a:normAutofit fontScale="73000"/>
          </a:bodyPr>
          <a:p>
            <a:pPr>
              <a:lnSpc>
                <a:spcPct val="100000"/>
              </a:lnSpc>
              <a:buNone/>
            </a:pPr>
            <a:r>
              <a:rPr b="0" lang="en-US" sz="4000" spc="-1" strike="noStrike">
                <a:solidFill>
                  <a:srgbClr val="04617b"/>
                </a:solidFill>
                <a:latin typeface="Calibri"/>
              </a:rPr>
              <a:t>Menu &amp; function description</a:t>
            </a:r>
            <a:endParaRPr b="0" lang="es-CL" sz="4000" spc="-1" strike="noStrike">
              <a:solidFill>
                <a:srgbClr val="000000"/>
              </a:solidFill>
              <a:latin typeface="Constantia"/>
            </a:endParaRPr>
          </a:p>
        </p:txBody>
      </p:sp>
      <p:graphicFrame>
        <p:nvGraphicFramePr>
          <p:cNvPr id="323" name="Tabla 11"/>
          <p:cNvGraphicFramePr/>
          <p:nvPr/>
        </p:nvGraphicFramePr>
        <p:xfrm>
          <a:off x="1403640" y="1448280"/>
          <a:ext cx="4482000" cy="1036800"/>
        </p:xfrm>
        <a:graphic>
          <a:graphicData uri="http://schemas.openxmlformats.org/drawingml/2006/table">
            <a:tbl>
              <a:tblPr/>
              <a:tblGrid>
                <a:gridCol w="360000"/>
                <a:gridCol w="4122360"/>
              </a:tblGrid>
              <a:tr h="451800">
                <a:tc>
                  <a:txBody>
                    <a:bodyPr anchor="ctr">
                      <a:noAutofit/>
                    </a:bodyPr>
                    <a:p>
                      <a:pPr algn="ctr">
                        <a:lnSpc>
                          <a:spcPct val="100000"/>
                        </a:lnSpc>
                        <a:buNone/>
                      </a:pPr>
                      <a:r>
                        <a:rPr b="1" lang="es-CL" sz="1200" spc="-1" strike="noStrike">
                          <a:solidFill>
                            <a:srgbClr val="ffffff"/>
                          </a:solidFill>
                          <a:latin typeface="Constantia"/>
                        </a:rPr>
                        <a:t>N°</a:t>
                      </a:r>
                      <a:endParaRPr b="0" lang="es-CL" sz="1200" spc="-1" strike="noStrike">
                        <a:latin typeface="Arial"/>
                      </a:endParaRPr>
                    </a:p>
                  </a:txBody>
                  <a:tcPr anchor="ctr" marL="91440" marR="91440">
                    <a:lnL w="12240">
                      <a:solidFill>
                        <a:srgbClr val="ffffff"/>
                      </a:solidFill>
                    </a:lnL>
                    <a:lnR w="12240">
                      <a:solidFill>
                        <a:srgbClr val="ffffff"/>
                      </a:solidFill>
                    </a:lnR>
                    <a:lnT w="12240">
                      <a:solidFill>
                        <a:srgbClr val="ffffff"/>
                      </a:solidFill>
                    </a:lnT>
                    <a:lnB w="38160">
                      <a:solidFill>
                        <a:srgbClr val="ffffff"/>
                      </a:solidFill>
                    </a:lnB>
                    <a:solidFill>
                      <a:srgbClr val="0f6fc6"/>
                    </a:solidFill>
                  </a:tcPr>
                </a:tc>
                <a:tc>
                  <a:txBody>
                    <a:bodyPr anchor="ctr">
                      <a:noAutofit/>
                    </a:bodyPr>
                    <a:p>
                      <a:pPr algn="ctr">
                        <a:lnSpc>
                          <a:spcPct val="100000"/>
                        </a:lnSpc>
                        <a:buNone/>
                      </a:pPr>
                      <a:r>
                        <a:rPr b="0" lang="es-CL" sz="1200" spc="-1" strike="noStrike">
                          <a:solidFill>
                            <a:srgbClr val="ffffff"/>
                          </a:solidFill>
                          <a:latin typeface="Constantia"/>
                        </a:rPr>
                        <a:t>Description</a:t>
                      </a:r>
                      <a:endParaRPr b="0" lang="es-CL" sz="1200" spc="-1" strike="noStrike">
                        <a:latin typeface="Arial"/>
                      </a:endParaRPr>
                    </a:p>
                  </a:txBody>
                  <a:tcPr anchor="ctr" marL="91440" marR="91440">
                    <a:lnL w="12240">
                      <a:solidFill>
                        <a:srgbClr val="ffffff"/>
                      </a:solidFill>
                    </a:lnL>
                    <a:lnR w="12240">
                      <a:solidFill>
                        <a:srgbClr val="ffffff"/>
                      </a:solidFill>
                    </a:lnR>
                    <a:lnT w="12240">
                      <a:solidFill>
                        <a:srgbClr val="ffffff"/>
                      </a:solidFill>
                    </a:lnT>
                    <a:lnB w="38160">
                      <a:solidFill>
                        <a:srgbClr val="ffffff"/>
                      </a:solidFill>
                    </a:lnB>
                    <a:solidFill>
                      <a:srgbClr val="0f6fc6"/>
                    </a:solidFill>
                  </a:tcPr>
                </a:tc>
              </a:tr>
              <a:tr h="295200">
                <a:tc>
                  <a:txBody>
                    <a:bodyPr anchor="t">
                      <a:noAutofit/>
                    </a:bodyPr>
                    <a:p>
                      <a:pPr algn="ctr">
                        <a:lnSpc>
                          <a:spcPct val="100000"/>
                        </a:lnSpc>
                        <a:buNone/>
                      </a:pPr>
                      <a:r>
                        <a:rPr b="0" lang="es-CL" sz="1200" spc="-1" strike="noStrike">
                          <a:solidFill>
                            <a:srgbClr val="000000"/>
                          </a:solidFill>
                          <a:latin typeface="Constantia"/>
                        </a:rPr>
                        <a:t>1</a:t>
                      </a:r>
                      <a:endParaRPr b="0" lang="es-CL" sz="12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d4ea"/>
                    </a:solidFill>
                  </a:tcPr>
                </a:tc>
                <a:tc>
                  <a:txBody>
                    <a:bodyPr anchor="t">
                      <a:noAutofit/>
                    </a:bodyPr>
                    <a:p>
                      <a:pPr>
                        <a:lnSpc>
                          <a:spcPct val="100000"/>
                        </a:lnSpc>
                        <a:buNone/>
                      </a:pPr>
                      <a:r>
                        <a:rPr b="0" lang="en-US" sz="800" spc="-1" strike="noStrike">
                          <a:solidFill>
                            <a:srgbClr val="000000"/>
                          </a:solidFill>
                          <a:latin typeface="Constantia"/>
                        </a:rPr>
                        <a:t>Redirects to the view where the activation code is</a:t>
                      </a:r>
                      <a:endParaRPr b="0" lang="es-CL" sz="8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d4ea"/>
                    </a:solidFill>
                  </a:tcPr>
                </a:tc>
              </a:tr>
              <a:tr h="338760">
                <a:tc>
                  <a:txBody>
                    <a:bodyPr anchor="t">
                      <a:noAutofit/>
                    </a:bodyPr>
                    <a:p>
                      <a:pPr algn="ctr">
                        <a:lnSpc>
                          <a:spcPct val="100000"/>
                        </a:lnSpc>
                        <a:buNone/>
                      </a:pPr>
                      <a:r>
                        <a:rPr b="0" lang="es-CL" sz="1200" spc="-1" strike="noStrike">
                          <a:solidFill>
                            <a:srgbClr val="000000"/>
                          </a:solidFill>
                          <a:latin typeface="Constantia"/>
                        </a:rPr>
                        <a:t>2</a:t>
                      </a:r>
                      <a:endParaRPr b="0" lang="es-CL" sz="12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7ebf4"/>
                    </a:solidFill>
                  </a:tcPr>
                </a:tc>
                <a:tc>
                  <a:txBody>
                    <a:bodyPr anchor="t">
                      <a:noAutofit/>
                    </a:bodyPr>
                    <a:p>
                      <a:pPr>
                        <a:lnSpc>
                          <a:spcPct val="100000"/>
                        </a:lnSpc>
                        <a:buNone/>
                      </a:pPr>
                      <a:r>
                        <a:rPr b="0" lang="en-US" sz="800" spc="-1" strike="noStrike">
                          <a:solidFill>
                            <a:srgbClr val="000000"/>
                          </a:solidFill>
                          <a:latin typeface="Constantia"/>
                        </a:rPr>
                        <a:t>QR code to direct you to the activation page</a:t>
                      </a:r>
                      <a:endParaRPr b="0" lang="es-CL" sz="8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7ebf4"/>
                    </a:solidFill>
                  </a:tcPr>
                </a:tc>
              </a:tr>
            </a:tbl>
          </a:graphicData>
        </a:graphic>
      </p:graphicFrame>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4" name="PlaceHolder 1"/>
          <p:cNvSpPr>
            <a:spLocks noGrp="1"/>
          </p:cNvSpPr>
          <p:nvPr>
            <p:ph type="title"/>
          </p:nvPr>
        </p:nvSpPr>
        <p:spPr>
          <a:xfrm>
            <a:off x="457200" y="704160"/>
            <a:ext cx="8218800" cy="492480"/>
          </a:xfrm>
          <a:prstGeom prst="rect">
            <a:avLst/>
          </a:prstGeom>
          <a:noFill/>
          <a:ln w="0">
            <a:noFill/>
          </a:ln>
        </p:spPr>
        <p:txBody>
          <a:bodyPr lIns="0" rIns="0" tIns="45000" bIns="0" anchor="b">
            <a:normAutofit fontScale="73000"/>
          </a:bodyPr>
          <a:p>
            <a:pPr>
              <a:lnSpc>
                <a:spcPct val="100000"/>
              </a:lnSpc>
              <a:buNone/>
            </a:pPr>
            <a:r>
              <a:rPr b="0" lang="en-US" sz="4000" spc="-1" strike="noStrike">
                <a:solidFill>
                  <a:srgbClr val="04617b"/>
                </a:solidFill>
                <a:latin typeface="Calibri"/>
              </a:rPr>
              <a:t>Menu &amp; function description</a:t>
            </a:r>
            <a:endParaRPr b="0" lang="es-CL" sz="4000" spc="-1" strike="noStrike">
              <a:solidFill>
                <a:srgbClr val="000000"/>
              </a:solidFill>
              <a:latin typeface="Constantia"/>
            </a:endParaRPr>
          </a:p>
        </p:txBody>
      </p:sp>
      <p:pic>
        <p:nvPicPr>
          <p:cNvPr id="325" name="Imagen 3" descr=""/>
          <p:cNvPicPr/>
          <p:nvPr/>
        </p:nvPicPr>
        <p:blipFill>
          <a:blip r:embed="rId1"/>
          <a:stretch/>
        </p:blipFill>
        <p:spPr>
          <a:xfrm>
            <a:off x="306720" y="1412640"/>
            <a:ext cx="8369280" cy="4415040"/>
          </a:xfrm>
          <a:prstGeom prst="rect">
            <a:avLst/>
          </a:prstGeom>
          <a:ln w="0">
            <a:noFill/>
          </a:ln>
        </p:spPr>
      </p:pic>
      <p:graphicFrame>
        <p:nvGraphicFramePr>
          <p:cNvPr id="326" name="Tabla 11"/>
          <p:cNvGraphicFramePr/>
          <p:nvPr/>
        </p:nvGraphicFramePr>
        <p:xfrm>
          <a:off x="4189320" y="1412640"/>
          <a:ext cx="4482000" cy="1346400"/>
        </p:xfrm>
        <a:graphic>
          <a:graphicData uri="http://schemas.openxmlformats.org/drawingml/2006/table">
            <a:tbl>
              <a:tblPr/>
              <a:tblGrid>
                <a:gridCol w="454320"/>
                <a:gridCol w="4027680"/>
              </a:tblGrid>
              <a:tr h="402480">
                <a:tc>
                  <a:txBody>
                    <a:bodyPr anchor="ctr">
                      <a:noAutofit/>
                    </a:bodyPr>
                    <a:p>
                      <a:pPr algn="ctr">
                        <a:lnSpc>
                          <a:spcPct val="100000"/>
                        </a:lnSpc>
                        <a:buNone/>
                      </a:pPr>
                      <a:r>
                        <a:rPr b="1" lang="es-CL" sz="1200" spc="-1" strike="noStrike">
                          <a:solidFill>
                            <a:srgbClr val="ffffff"/>
                          </a:solidFill>
                          <a:latin typeface="Constantia"/>
                        </a:rPr>
                        <a:t>N°</a:t>
                      </a:r>
                      <a:endParaRPr b="0" lang="es-CL" sz="1200" spc="-1" strike="noStrike">
                        <a:latin typeface="Arial"/>
                      </a:endParaRPr>
                    </a:p>
                  </a:txBody>
                  <a:tcPr anchor="ctr" marL="91440" marR="91440">
                    <a:lnL w="12240">
                      <a:solidFill>
                        <a:srgbClr val="ffffff"/>
                      </a:solidFill>
                    </a:lnL>
                    <a:lnR w="12240">
                      <a:solidFill>
                        <a:srgbClr val="ffffff"/>
                      </a:solidFill>
                    </a:lnR>
                    <a:lnT w="12240">
                      <a:solidFill>
                        <a:srgbClr val="ffffff"/>
                      </a:solidFill>
                    </a:lnT>
                    <a:lnB w="38160">
                      <a:solidFill>
                        <a:srgbClr val="ffffff"/>
                      </a:solidFill>
                    </a:lnB>
                    <a:solidFill>
                      <a:srgbClr val="0f6fc6"/>
                    </a:solidFill>
                  </a:tcPr>
                </a:tc>
                <a:tc>
                  <a:txBody>
                    <a:bodyPr anchor="ctr">
                      <a:noAutofit/>
                    </a:bodyPr>
                    <a:p>
                      <a:pPr algn="ctr">
                        <a:lnSpc>
                          <a:spcPct val="100000"/>
                        </a:lnSpc>
                        <a:buNone/>
                        <a:tabLst>
                          <a:tab algn="l" pos="0"/>
                        </a:tabLst>
                      </a:pPr>
                      <a:r>
                        <a:rPr b="0" lang="es-CL" sz="1200" spc="-1" strike="noStrike">
                          <a:solidFill>
                            <a:srgbClr val="ffffff"/>
                          </a:solidFill>
                          <a:latin typeface="Constantia"/>
                        </a:rPr>
                        <a:t>Description</a:t>
                      </a:r>
                      <a:endParaRPr b="0" lang="es-CL" sz="1200" spc="-1" strike="noStrike">
                        <a:latin typeface="Arial"/>
                      </a:endParaRPr>
                    </a:p>
                  </a:txBody>
                  <a:tcPr anchor="ctr" marL="91440" marR="91440">
                    <a:lnL w="12240">
                      <a:solidFill>
                        <a:srgbClr val="ffffff"/>
                      </a:solidFill>
                    </a:lnL>
                    <a:lnR w="12240">
                      <a:solidFill>
                        <a:srgbClr val="ffffff"/>
                      </a:solidFill>
                    </a:lnR>
                    <a:lnT w="12240">
                      <a:solidFill>
                        <a:srgbClr val="ffffff"/>
                      </a:solidFill>
                    </a:lnT>
                    <a:lnB w="38160">
                      <a:solidFill>
                        <a:srgbClr val="ffffff"/>
                      </a:solidFill>
                    </a:lnB>
                    <a:solidFill>
                      <a:srgbClr val="0f6fc6"/>
                    </a:solidFill>
                  </a:tcPr>
                </a:tc>
              </a:tr>
              <a:tr h="295200">
                <a:tc>
                  <a:txBody>
                    <a:bodyPr anchor="t">
                      <a:noAutofit/>
                    </a:bodyPr>
                    <a:p>
                      <a:pPr algn="ctr">
                        <a:lnSpc>
                          <a:spcPct val="100000"/>
                        </a:lnSpc>
                        <a:buNone/>
                      </a:pPr>
                      <a:r>
                        <a:rPr b="0" lang="es-CL" sz="1200" spc="-1" strike="noStrike">
                          <a:solidFill>
                            <a:srgbClr val="000000"/>
                          </a:solidFill>
                          <a:latin typeface="Constantia"/>
                        </a:rPr>
                        <a:t>1</a:t>
                      </a:r>
                      <a:endParaRPr b="0" lang="es-CL" sz="12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d4ea"/>
                    </a:solidFill>
                  </a:tcPr>
                </a:tc>
                <a:tc>
                  <a:txBody>
                    <a:bodyPr anchor="t">
                      <a:noAutofit/>
                    </a:bodyPr>
                    <a:p>
                      <a:pPr>
                        <a:lnSpc>
                          <a:spcPct val="100000"/>
                        </a:lnSpc>
                        <a:buNone/>
                      </a:pPr>
                      <a:r>
                        <a:rPr b="0" lang="en-US" sz="800" spc="-1" strike="noStrike">
                          <a:solidFill>
                            <a:srgbClr val="000000"/>
                          </a:solidFill>
                          <a:latin typeface="Constantia"/>
                        </a:rPr>
                        <a:t>Return to the previous view</a:t>
                      </a:r>
                      <a:endParaRPr b="0" lang="es-CL" sz="8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d4ea"/>
                    </a:solidFill>
                  </a:tcPr>
                </a:tc>
              </a:tr>
              <a:tr h="338760">
                <a:tc>
                  <a:txBody>
                    <a:bodyPr anchor="t">
                      <a:noAutofit/>
                    </a:bodyPr>
                    <a:p>
                      <a:pPr algn="ctr">
                        <a:lnSpc>
                          <a:spcPct val="100000"/>
                        </a:lnSpc>
                        <a:buNone/>
                      </a:pPr>
                      <a:r>
                        <a:rPr b="0" lang="es-CL" sz="1200" spc="-1" strike="noStrike">
                          <a:solidFill>
                            <a:srgbClr val="000000"/>
                          </a:solidFill>
                          <a:latin typeface="Constantia"/>
                        </a:rPr>
                        <a:t>2</a:t>
                      </a:r>
                      <a:endParaRPr b="0" lang="es-CL" sz="12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7ebf4"/>
                    </a:solidFill>
                  </a:tcPr>
                </a:tc>
                <a:tc>
                  <a:txBody>
                    <a:bodyPr anchor="t">
                      <a:noAutofit/>
                    </a:bodyPr>
                    <a:p>
                      <a:pPr>
                        <a:lnSpc>
                          <a:spcPct val="100000"/>
                        </a:lnSpc>
                        <a:buNone/>
                      </a:pPr>
                      <a:r>
                        <a:rPr b="0" lang="es-CL" sz="800" spc="-1" strike="noStrike">
                          <a:solidFill>
                            <a:srgbClr val="000000"/>
                          </a:solidFill>
                          <a:latin typeface="Constantia"/>
                        </a:rPr>
                        <a:t>Displays the activation code</a:t>
                      </a:r>
                      <a:endParaRPr b="0" lang="es-CL" sz="8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7ebf4"/>
                    </a:solidFill>
                  </a:tcPr>
                </a:tc>
              </a:tr>
              <a:tr h="309960">
                <a:tc>
                  <a:txBody>
                    <a:bodyPr anchor="t">
                      <a:noAutofit/>
                    </a:bodyPr>
                    <a:p>
                      <a:pPr algn="ctr">
                        <a:lnSpc>
                          <a:spcPct val="100000"/>
                        </a:lnSpc>
                        <a:buNone/>
                      </a:pPr>
                      <a:r>
                        <a:rPr b="0" lang="es-CL" sz="1200" spc="-1" strike="noStrike">
                          <a:solidFill>
                            <a:srgbClr val="000000"/>
                          </a:solidFill>
                          <a:latin typeface="Constantia"/>
                        </a:rPr>
                        <a:t>3</a:t>
                      </a:r>
                      <a:endParaRPr b="0" lang="es-CL" sz="12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d4ea"/>
                    </a:solidFill>
                  </a:tcPr>
                </a:tc>
                <a:tc>
                  <a:txBody>
                    <a:bodyPr anchor="t">
                      <a:noAutofit/>
                    </a:bodyPr>
                    <a:p>
                      <a:pPr>
                        <a:lnSpc>
                          <a:spcPct val="100000"/>
                        </a:lnSpc>
                        <a:buNone/>
                      </a:pPr>
                      <a:r>
                        <a:rPr b="0" lang="en-US" sz="800" spc="-1" strike="noStrike">
                          <a:solidFill>
                            <a:srgbClr val="000000"/>
                          </a:solidFill>
                          <a:latin typeface="Constantia"/>
                        </a:rPr>
                        <a:t>QR code to direct you to the activation page</a:t>
                      </a:r>
                      <a:endParaRPr b="0" lang="es-CL" sz="8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d4ea"/>
                    </a:solidFill>
                  </a:tcPr>
                </a:tc>
              </a:tr>
            </a:tbl>
          </a:graphicData>
        </a:graphic>
      </p:graphicFrame>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7" name="PlaceHolder 1"/>
          <p:cNvSpPr>
            <a:spLocks noGrp="1"/>
          </p:cNvSpPr>
          <p:nvPr>
            <p:ph type="title"/>
          </p:nvPr>
        </p:nvSpPr>
        <p:spPr>
          <a:xfrm>
            <a:off x="1440000" y="704160"/>
            <a:ext cx="7246440" cy="780480"/>
          </a:xfrm>
          <a:prstGeom prst="rect">
            <a:avLst/>
          </a:prstGeom>
          <a:noFill/>
          <a:ln w="0">
            <a:noFill/>
          </a:ln>
        </p:spPr>
        <p:txBody>
          <a:bodyPr lIns="0" rIns="0" tIns="45000" bIns="0" anchor="b">
            <a:noAutofit/>
          </a:bodyPr>
          <a:p>
            <a:pPr>
              <a:lnSpc>
                <a:spcPct val="100000"/>
              </a:lnSpc>
              <a:buNone/>
            </a:pPr>
            <a:r>
              <a:rPr b="0" lang="en-US" sz="4000" spc="-1" strike="noStrike">
                <a:solidFill>
                  <a:srgbClr val="04617b"/>
                </a:solidFill>
                <a:latin typeface="Calibri"/>
              </a:rPr>
              <a:t>Menu &amp; function description</a:t>
            </a:r>
            <a:endParaRPr b="0" lang="es-CL" sz="4000" spc="-1" strike="noStrike">
              <a:solidFill>
                <a:srgbClr val="000000"/>
              </a:solidFill>
              <a:latin typeface="Constantia"/>
            </a:endParaRPr>
          </a:p>
        </p:txBody>
      </p:sp>
      <p:pic>
        <p:nvPicPr>
          <p:cNvPr id="328" name="" descr=""/>
          <p:cNvPicPr/>
          <p:nvPr/>
        </p:nvPicPr>
        <p:blipFill>
          <a:blip r:embed="rId1"/>
          <a:stretch/>
        </p:blipFill>
        <p:spPr>
          <a:xfrm>
            <a:off x="0" y="0"/>
            <a:ext cx="1110600" cy="6857640"/>
          </a:xfrm>
          <a:prstGeom prst="rect">
            <a:avLst/>
          </a:prstGeom>
          <a:ln w="0">
            <a:noFill/>
          </a:ln>
        </p:spPr>
      </p:pic>
      <p:graphicFrame>
        <p:nvGraphicFramePr>
          <p:cNvPr id="329" name="Tabla 1"/>
          <p:cNvGraphicFramePr/>
          <p:nvPr/>
        </p:nvGraphicFramePr>
        <p:xfrm>
          <a:off x="2988360" y="1847520"/>
          <a:ext cx="5616000" cy="4167360"/>
        </p:xfrm>
        <a:graphic>
          <a:graphicData uri="http://schemas.openxmlformats.org/drawingml/2006/table">
            <a:tbl>
              <a:tblPr/>
              <a:tblGrid>
                <a:gridCol w="1722240"/>
                <a:gridCol w="3894120"/>
              </a:tblGrid>
              <a:tr h="867960">
                <a:tc>
                  <a:txBody>
                    <a:bodyPr anchor="ctr">
                      <a:noAutofit/>
                    </a:bodyPr>
                    <a:p>
                      <a:pPr algn="ctr">
                        <a:lnSpc>
                          <a:spcPct val="100000"/>
                        </a:lnSpc>
                        <a:buNone/>
                      </a:pPr>
                      <a:r>
                        <a:rPr b="0" lang="es-CL" sz="1800" spc="-1" strike="noStrike">
                          <a:solidFill>
                            <a:srgbClr val="ffffff"/>
                          </a:solidFill>
                          <a:latin typeface="Constantia"/>
                        </a:rPr>
                        <a:t>N</a:t>
                      </a:r>
                      <a:r>
                        <a:rPr b="0" lang="es-CL" sz="1800" spc="-1" strike="noStrike">
                          <a:solidFill>
                            <a:srgbClr val="ffffff"/>
                          </a:solidFill>
                          <a:latin typeface="Constantia"/>
                        </a:rPr>
                        <a:t>u</a:t>
                      </a:r>
                      <a:r>
                        <a:rPr b="0" lang="es-CL" sz="1800" spc="-1" strike="noStrike">
                          <a:solidFill>
                            <a:srgbClr val="ffffff"/>
                          </a:solidFill>
                          <a:latin typeface="Constantia"/>
                        </a:rPr>
                        <a:t>m</a:t>
                      </a:r>
                      <a:r>
                        <a:rPr b="0" lang="es-CL" sz="1800" spc="-1" strike="noStrike">
                          <a:solidFill>
                            <a:srgbClr val="ffffff"/>
                          </a:solidFill>
                          <a:latin typeface="Constantia"/>
                        </a:rPr>
                        <a:t>e</a:t>
                      </a:r>
                      <a:r>
                        <a:rPr b="0" lang="es-CL" sz="1800" spc="-1" strike="noStrike">
                          <a:solidFill>
                            <a:srgbClr val="ffffff"/>
                          </a:solidFill>
                          <a:latin typeface="Constantia"/>
                        </a:rPr>
                        <a:t>r</a:t>
                      </a:r>
                      <a:r>
                        <a:rPr b="0" lang="es-CL" sz="1800" spc="-1" strike="noStrike">
                          <a:solidFill>
                            <a:srgbClr val="ffffff"/>
                          </a:solidFill>
                          <a:latin typeface="Constantia"/>
                        </a:rPr>
                        <a:t>a</a:t>
                      </a:r>
                      <a:r>
                        <a:rPr b="0" lang="es-CL" sz="1800" spc="-1" strike="noStrike">
                          <a:solidFill>
                            <a:srgbClr val="ffffff"/>
                          </a:solidFill>
                          <a:latin typeface="Constantia"/>
                        </a:rPr>
                        <a:t>ti</a:t>
                      </a:r>
                      <a:r>
                        <a:rPr b="0" lang="es-CL" sz="1800" spc="-1" strike="noStrike">
                          <a:solidFill>
                            <a:srgbClr val="ffffff"/>
                          </a:solidFill>
                          <a:latin typeface="Constantia"/>
                        </a:rPr>
                        <a:t>o</a:t>
                      </a:r>
                      <a:r>
                        <a:rPr b="0" lang="es-CL" sz="1800" spc="-1" strike="noStrike">
                          <a:solidFill>
                            <a:srgbClr val="ffffff"/>
                          </a:solidFill>
                          <a:latin typeface="Constantia"/>
                        </a:rPr>
                        <a:t>n</a:t>
                      </a:r>
                      <a:endParaRPr b="0" lang="es-CL" sz="1800" spc="-1" strike="noStrike">
                        <a:latin typeface="Times New Roman"/>
                      </a:endParaRPr>
                    </a:p>
                  </a:txBody>
                  <a:tcPr anchor="ctr" marL="91440" marR="91440">
                    <a:lnL w="12240">
                      <a:solidFill>
                        <a:srgbClr val="ffffff"/>
                      </a:solidFill>
                    </a:lnL>
                    <a:lnR w="12240">
                      <a:solidFill>
                        <a:srgbClr val="ffffff"/>
                      </a:solidFill>
                    </a:lnR>
                    <a:lnT w="12240">
                      <a:solidFill>
                        <a:srgbClr val="ffffff"/>
                      </a:solidFill>
                    </a:lnT>
                    <a:lnB w="38160">
                      <a:solidFill>
                        <a:srgbClr val="ffffff"/>
                      </a:solidFill>
                    </a:lnB>
                    <a:solidFill>
                      <a:srgbClr val="0f6fc6"/>
                    </a:solidFill>
                  </a:tcPr>
                </a:tc>
                <a:tc>
                  <a:txBody>
                    <a:bodyPr anchor="ctr">
                      <a:noAutofit/>
                    </a:bodyPr>
                    <a:p>
                      <a:pPr algn="ctr">
                        <a:lnSpc>
                          <a:spcPct val="100000"/>
                        </a:lnSpc>
                        <a:buNone/>
                        <a:tabLst>
                          <a:tab algn="l" pos="0"/>
                        </a:tabLst>
                      </a:pPr>
                      <a:r>
                        <a:rPr b="0" lang="es-CL" sz="1800" spc="-1" strike="noStrike">
                          <a:solidFill>
                            <a:srgbClr val="ffffff"/>
                          </a:solidFill>
                          <a:latin typeface="Constantia"/>
                        </a:rPr>
                        <a:t>D</a:t>
                      </a:r>
                      <a:r>
                        <a:rPr b="0" lang="es-CL" sz="1800" spc="-1" strike="noStrike">
                          <a:solidFill>
                            <a:srgbClr val="ffffff"/>
                          </a:solidFill>
                          <a:latin typeface="Constantia"/>
                        </a:rPr>
                        <a:t>e</a:t>
                      </a:r>
                      <a:r>
                        <a:rPr b="0" lang="es-CL" sz="1800" spc="-1" strike="noStrike">
                          <a:solidFill>
                            <a:srgbClr val="ffffff"/>
                          </a:solidFill>
                          <a:latin typeface="Constantia"/>
                        </a:rPr>
                        <a:t>s</a:t>
                      </a:r>
                      <a:r>
                        <a:rPr b="0" lang="es-CL" sz="1800" spc="-1" strike="noStrike">
                          <a:solidFill>
                            <a:srgbClr val="ffffff"/>
                          </a:solidFill>
                          <a:latin typeface="Constantia"/>
                        </a:rPr>
                        <a:t>c</a:t>
                      </a:r>
                      <a:r>
                        <a:rPr b="0" lang="es-CL" sz="1800" spc="-1" strike="noStrike">
                          <a:solidFill>
                            <a:srgbClr val="ffffff"/>
                          </a:solidFill>
                          <a:latin typeface="Constantia"/>
                        </a:rPr>
                        <a:t>r</a:t>
                      </a:r>
                      <a:r>
                        <a:rPr b="0" lang="es-CL" sz="1800" spc="-1" strike="noStrike">
                          <a:solidFill>
                            <a:srgbClr val="ffffff"/>
                          </a:solidFill>
                          <a:latin typeface="Constantia"/>
                        </a:rPr>
                        <a:t>i</a:t>
                      </a:r>
                      <a:r>
                        <a:rPr b="0" lang="es-CL" sz="1800" spc="-1" strike="noStrike">
                          <a:solidFill>
                            <a:srgbClr val="ffffff"/>
                          </a:solidFill>
                          <a:latin typeface="Constantia"/>
                        </a:rPr>
                        <a:t>p</a:t>
                      </a:r>
                      <a:r>
                        <a:rPr b="0" lang="es-CL" sz="1800" spc="-1" strike="noStrike">
                          <a:solidFill>
                            <a:srgbClr val="ffffff"/>
                          </a:solidFill>
                          <a:latin typeface="Constantia"/>
                        </a:rPr>
                        <a:t>ti</a:t>
                      </a:r>
                      <a:r>
                        <a:rPr b="0" lang="es-CL" sz="1800" spc="-1" strike="noStrike">
                          <a:solidFill>
                            <a:srgbClr val="ffffff"/>
                          </a:solidFill>
                          <a:latin typeface="Constantia"/>
                        </a:rPr>
                        <a:t>o</a:t>
                      </a:r>
                      <a:r>
                        <a:rPr b="0" lang="es-CL" sz="1800" spc="-1" strike="noStrike">
                          <a:solidFill>
                            <a:srgbClr val="ffffff"/>
                          </a:solidFill>
                          <a:latin typeface="Constantia"/>
                        </a:rPr>
                        <a:t>n</a:t>
                      </a:r>
                      <a:endParaRPr b="0" lang="es-CL" sz="1800" spc="-1" strike="noStrike">
                        <a:latin typeface="Times New Roman"/>
                      </a:endParaRPr>
                    </a:p>
                  </a:txBody>
                  <a:tcPr anchor="ctr" marL="91440" marR="91440">
                    <a:lnL w="12240">
                      <a:solidFill>
                        <a:srgbClr val="ffffff"/>
                      </a:solidFill>
                    </a:lnL>
                    <a:lnR w="12240">
                      <a:solidFill>
                        <a:srgbClr val="ffffff"/>
                      </a:solidFill>
                    </a:lnR>
                    <a:lnT w="12240">
                      <a:solidFill>
                        <a:srgbClr val="ffffff"/>
                      </a:solidFill>
                    </a:lnT>
                    <a:lnB w="38160">
                      <a:solidFill>
                        <a:srgbClr val="ffffff"/>
                      </a:solidFill>
                    </a:lnB>
                    <a:solidFill>
                      <a:srgbClr val="0f6fc6"/>
                    </a:solidFill>
                  </a:tcPr>
                </a:tc>
              </a:tr>
              <a:tr h="661320">
                <a:tc>
                  <a:txBody>
                    <a:bodyPr anchor="t">
                      <a:noAutofit/>
                    </a:bodyPr>
                    <a:p>
                      <a:pPr algn="ctr">
                        <a:lnSpc>
                          <a:spcPct val="100000"/>
                        </a:lnSpc>
                        <a:buNone/>
                      </a:pPr>
                      <a:r>
                        <a:rPr b="0" lang="es-CL" sz="3200" spc="-1" strike="noStrike">
                          <a:solidFill>
                            <a:srgbClr val="000000"/>
                          </a:solidFill>
                          <a:latin typeface="Constantia"/>
                        </a:rPr>
                        <a:t>1</a:t>
                      </a:r>
                      <a:endParaRPr b="0" lang="es-CL" sz="3200" spc="-1" strike="noStrike">
                        <a:latin typeface="Times New Roman"/>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d4ea"/>
                    </a:solidFill>
                  </a:tcPr>
                </a:tc>
                <a:tc>
                  <a:txBody>
                    <a:bodyPr anchor="t">
                      <a:noAutofit/>
                    </a:bodyPr>
                    <a:p>
                      <a:pPr>
                        <a:lnSpc>
                          <a:spcPct val="100000"/>
                        </a:lnSpc>
                        <a:buNone/>
                      </a:pPr>
                      <a:r>
                        <a:rPr b="0" lang="en-US" sz="1800" spc="-1" strike="noStrike">
                          <a:solidFill>
                            <a:srgbClr val="000000"/>
                          </a:solidFill>
                          <a:latin typeface="Constantia"/>
                        </a:rPr>
                        <a:t>Redirects to the “En vivo” view</a:t>
                      </a:r>
                      <a:endParaRPr b="0" lang="es-CL" sz="1800" spc="-1" strike="noStrike">
                        <a:latin typeface="Times New Roman"/>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d4ea"/>
                    </a:solidFill>
                  </a:tcPr>
                </a:tc>
              </a:tr>
              <a:tr h="493200">
                <a:tc>
                  <a:txBody>
                    <a:bodyPr anchor="t">
                      <a:noAutofit/>
                    </a:bodyPr>
                    <a:p>
                      <a:pPr algn="ctr">
                        <a:lnSpc>
                          <a:spcPct val="100000"/>
                        </a:lnSpc>
                        <a:buNone/>
                      </a:pPr>
                      <a:r>
                        <a:rPr b="0" lang="es-CL" sz="3200" spc="-1" strike="noStrike">
                          <a:solidFill>
                            <a:srgbClr val="000000"/>
                          </a:solidFill>
                          <a:latin typeface="Constantia"/>
                        </a:rPr>
                        <a:t>2</a:t>
                      </a:r>
                      <a:endParaRPr b="0" lang="es-CL" sz="3200" spc="-1" strike="noStrike">
                        <a:latin typeface="Times New Roman"/>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7ebf4"/>
                    </a:solidFill>
                  </a:tcPr>
                </a:tc>
                <a:tc>
                  <a:txBody>
                    <a:bodyPr anchor="t">
                      <a:noAutofit/>
                    </a:bodyPr>
                    <a:p>
                      <a:pPr>
                        <a:lnSpc>
                          <a:spcPct val="100000"/>
                        </a:lnSpc>
                        <a:buNone/>
                      </a:pPr>
                      <a:r>
                        <a:rPr b="0" lang="en-US" sz="1800" spc="-1" strike="noStrike">
                          <a:solidFill>
                            <a:srgbClr val="000000"/>
                          </a:solidFill>
                          <a:latin typeface="Constantia"/>
                        </a:rPr>
                        <a:t>Redirects to the “Inicio” view</a:t>
                      </a:r>
                      <a:endParaRPr b="0" lang="es-CL" sz="1800" spc="-1" strike="noStrike">
                        <a:latin typeface="Times New Roman"/>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7ebf4"/>
                    </a:solidFill>
                  </a:tcPr>
                </a:tc>
              </a:tr>
              <a:tr h="462960">
                <a:tc>
                  <a:txBody>
                    <a:bodyPr anchor="t">
                      <a:noAutofit/>
                    </a:bodyPr>
                    <a:p>
                      <a:pPr algn="ctr">
                        <a:lnSpc>
                          <a:spcPct val="100000"/>
                        </a:lnSpc>
                        <a:buNone/>
                      </a:pPr>
                      <a:r>
                        <a:rPr b="0" lang="es-CL" sz="3200" spc="-1" strike="noStrike">
                          <a:solidFill>
                            <a:srgbClr val="000000"/>
                          </a:solidFill>
                          <a:latin typeface="Constantia"/>
                        </a:rPr>
                        <a:t>3</a:t>
                      </a:r>
                      <a:endParaRPr b="0" lang="es-CL" sz="3200" spc="-1" strike="noStrike">
                        <a:latin typeface="Times New Roman"/>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d4ea"/>
                    </a:solidFill>
                  </a:tcPr>
                </a:tc>
                <a:tc>
                  <a:txBody>
                    <a:bodyPr anchor="t">
                      <a:noAutofit/>
                    </a:bodyPr>
                    <a:p>
                      <a:pPr>
                        <a:lnSpc>
                          <a:spcPct val="100000"/>
                        </a:lnSpc>
                        <a:buNone/>
                      </a:pPr>
                      <a:r>
                        <a:rPr b="0" lang="en-US" sz="1800" spc="-1" strike="noStrike">
                          <a:solidFill>
                            <a:srgbClr val="000000"/>
                          </a:solidFill>
                          <a:latin typeface="Constantia"/>
                        </a:rPr>
                        <a:t>Redirects to the “Buscar” view</a:t>
                      </a:r>
                      <a:endParaRPr b="0" lang="es-CL" sz="1800" spc="-1" strike="noStrike">
                        <a:latin typeface="Times New Roman"/>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d4ea"/>
                    </a:solidFill>
                  </a:tcPr>
                </a:tc>
              </a:tr>
              <a:tr h="603000">
                <a:tc>
                  <a:txBody>
                    <a:bodyPr anchor="t">
                      <a:noAutofit/>
                    </a:bodyPr>
                    <a:p>
                      <a:pPr algn="ctr">
                        <a:lnSpc>
                          <a:spcPct val="100000"/>
                        </a:lnSpc>
                        <a:buNone/>
                      </a:pPr>
                      <a:r>
                        <a:rPr b="0" lang="es-CL" sz="3200" spc="-1" strike="noStrike">
                          <a:solidFill>
                            <a:srgbClr val="000000"/>
                          </a:solidFill>
                          <a:latin typeface="Constantia"/>
                        </a:rPr>
                        <a:t>4</a:t>
                      </a:r>
                      <a:endParaRPr b="0" lang="es-CL" sz="3200" spc="-1" strike="noStrike">
                        <a:latin typeface="Times New Roman"/>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7ebf4"/>
                    </a:solidFill>
                  </a:tcPr>
                </a:tc>
                <a:tc>
                  <a:txBody>
                    <a:bodyPr anchor="t">
                      <a:noAutofit/>
                    </a:bodyPr>
                    <a:p>
                      <a:pPr>
                        <a:lnSpc>
                          <a:spcPct val="100000"/>
                        </a:lnSpc>
                        <a:buNone/>
                      </a:pPr>
                      <a:r>
                        <a:rPr b="0" lang="en-US" sz="1800" spc="-1" strike="noStrike">
                          <a:solidFill>
                            <a:srgbClr val="000000"/>
                          </a:solidFill>
                          <a:latin typeface="Constantia"/>
                        </a:rPr>
                        <a:t>Redirects to the “Programas” view</a:t>
                      </a:r>
                      <a:endParaRPr b="0" lang="es-CL" sz="1800" spc="-1" strike="noStrike">
                        <a:latin typeface="Times New Roman"/>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7ebf4"/>
                    </a:solidFill>
                  </a:tcPr>
                </a:tc>
              </a:tr>
              <a:tr h="465480">
                <a:tc>
                  <a:txBody>
                    <a:bodyPr anchor="t">
                      <a:noAutofit/>
                    </a:bodyPr>
                    <a:p>
                      <a:pPr algn="ctr">
                        <a:lnSpc>
                          <a:spcPct val="100000"/>
                        </a:lnSpc>
                        <a:buNone/>
                      </a:pPr>
                      <a:r>
                        <a:rPr b="0" lang="es-CL" sz="3200" spc="-1" strike="noStrike">
                          <a:solidFill>
                            <a:srgbClr val="000000"/>
                          </a:solidFill>
                          <a:latin typeface="Constantia"/>
                          <a:ea typeface="Noto Sans CJK SC"/>
                        </a:rPr>
                        <a:t>5</a:t>
                      </a:r>
                      <a:endParaRPr b="0" lang="es-CL" sz="3200" spc="-1" strike="noStrike">
                        <a:latin typeface="Times New Roman"/>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7ebf4"/>
                    </a:solidFill>
                  </a:tcPr>
                </a:tc>
                <a:tc>
                  <a:txBody>
                    <a:bodyPr anchor="t">
                      <a:noAutofit/>
                    </a:bodyPr>
                    <a:p>
                      <a:pPr>
                        <a:lnSpc>
                          <a:spcPct val="100000"/>
                        </a:lnSpc>
                        <a:buNone/>
                      </a:pPr>
                      <a:r>
                        <a:rPr b="0" lang="en-US" sz="1800" spc="-1" strike="noStrike">
                          <a:solidFill>
                            <a:srgbClr val="000000"/>
                          </a:solidFill>
                          <a:latin typeface="Constantia"/>
                        </a:rPr>
                        <a:t>Redirects to the “Mi lista” view</a:t>
                      </a:r>
                      <a:endParaRPr b="0" lang="es-CL" sz="1800" spc="-1" strike="noStrike">
                        <a:latin typeface="Times New Roman"/>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7ebf4"/>
                    </a:solidFill>
                  </a:tcPr>
                </a:tc>
              </a:tr>
              <a:tr h="613800">
                <a:tc>
                  <a:txBody>
                    <a:bodyPr anchor="t">
                      <a:noAutofit/>
                    </a:bodyPr>
                    <a:p>
                      <a:pPr algn="ctr">
                        <a:lnSpc>
                          <a:spcPct val="100000"/>
                        </a:lnSpc>
                        <a:buNone/>
                      </a:pPr>
                      <a:r>
                        <a:rPr b="0" lang="es-CL" sz="3200" spc="-1" strike="noStrike">
                          <a:solidFill>
                            <a:srgbClr val="000000"/>
                          </a:solidFill>
                          <a:latin typeface="Constantia"/>
                        </a:rPr>
                        <a:t>6</a:t>
                      </a:r>
                      <a:endParaRPr b="0" lang="es-CL" sz="3200" spc="-1" strike="noStrike">
                        <a:latin typeface="Times New Roman"/>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7ebf4"/>
                    </a:solidFill>
                  </a:tcPr>
                </a:tc>
                <a:tc>
                  <a:txBody>
                    <a:bodyPr anchor="t">
                      <a:noAutofit/>
                    </a:bodyPr>
                    <a:p>
                      <a:pPr>
                        <a:lnSpc>
                          <a:spcPct val="100000"/>
                        </a:lnSpc>
                        <a:buNone/>
                      </a:pPr>
                      <a:r>
                        <a:rPr b="0" lang="en-US" sz="1800" spc="-1" strike="noStrike">
                          <a:solidFill>
                            <a:srgbClr val="000000"/>
                          </a:solidFill>
                          <a:latin typeface="Constantia"/>
                        </a:rPr>
                        <a:t>Redirects to the “Perfiles” view</a:t>
                      </a:r>
                      <a:endParaRPr b="0" lang="es-CL" sz="1800" spc="-1" strike="noStrike">
                        <a:latin typeface="Times New Roman"/>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7ebf4"/>
                    </a:solidFill>
                  </a:tcPr>
                </a:tc>
              </a:tr>
            </a:tbl>
          </a:graphicData>
        </a:graphic>
      </p:graphicFrame>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0" name="PlaceHolder 1"/>
          <p:cNvSpPr>
            <a:spLocks noGrp="1"/>
          </p:cNvSpPr>
          <p:nvPr>
            <p:ph type="title"/>
          </p:nvPr>
        </p:nvSpPr>
        <p:spPr>
          <a:xfrm>
            <a:off x="457200" y="704160"/>
            <a:ext cx="8218800" cy="492480"/>
          </a:xfrm>
          <a:prstGeom prst="rect">
            <a:avLst/>
          </a:prstGeom>
          <a:noFill/>
          <a:ln w="0">
            <a:noFill/>
          </a:ln>
        </p:spPr>
        <p:txBody>
          <a:bodyPr lIns="0" rIns="0" tIns="45000" bIns="0" anchor="b">
            <a:normAutofit fontScale="73000"/>
          </a:bodyPr>
          <a:p>
            <a:pPr>
              <a:lnSpc>
                <a:spcPct val="100000"/>
              </a:lnSpc>
              <a:buNone/>
            </a:pPr>
            <a:r>
              <a:rPr b="0" lang="en-US" sz="4000" spc="-1" strike="noStrike">
                <a:solidFill>
                  <a:srgbClr val="04617b"/>
                </a:solidFill>
                <a:latin typeface="Calibri"/>
              </a:rPr>
              <a:t>Menu &amp; function description</a:t>
            </a:r>
            <a:endParaRPr b="0" lang="es-CL" sz="4000" spc="-1" strike="noStrike">
              <a:solidFill>
                <a:srgbClr val="000000"/>
              </a:solidFill>
              <a:latin typeface="Constantia"/>
            </a:endParaRPr>
          </a:p>
        </p:txBody>
      </p:sp>
      <p:pic>
        <p:nvPicPr>
          <p:cNvPr id="331" name="" descr=""/>
          <p:cNvPicPr/>
          <p:nvPr/>
        </p:nvPicPr>
        <p:blipFill>
          <a:blip r:embed="rId1"/>
          <a:stretch/>
        </p:blipFill>
        <p:spPr>
          <a:xfrm>
            <a:off x="99000" y="1412640"/>
            <a:ext cx="4140000" cy="5189400"/>
          </a:xfrm>
          <a:prstGeom prst="rect">
            <a:avLst/>
          </a:prstGeom>
          <a:ln w="0">
            <a:noFill/>
          </a:ln>
        </p:spPr>
      </p:pic>
      <p:graphicFrame>
        <p:nvGraphicFramePr>
          <p:cNvPr id="332" name="Tabla 4"/>
          <p:cNvGraphicFramePr/>
          <p:nvPr/>
        </p:nvGraphicFramePr>
        <p:xfrm>
          <a:off x="4252320" y="2934720"/>
          <a:ext cx="4491000" cy="1346040"/>
        </p:xfrm>
        <a:graphic>
          <a:graphicData uri="http://schemas.openxmlformats.org/drawingml/2006/table">
            <a:tbl>
              <a:tblPr/>
              <a:tblGrid>
                <a:gridCol w="405000"/>
                <a:gridCol w="4086360"/>
              </a:tblGrid>
              <a:tr h="291240">
                <a:tc>
                  <a:txBody>
                    <a:bodyPr anchor="ctr">
                      <a:noAutofit/>
                    </a:bodyPr>
                    <a:p>
                      <a:pPr algn="ctr">
                        <a:lnSpc>
                          <a:spcPct val="100000"/>
                        </a:lnSpc>
                        <a:buNone/>
                      </a:pPr>
                      <a:r>
                        <a:rPr b="0" lang="es-CL" sz="1300" spc="-1" strike="noStrike">
                          <a:latin typeface="Arial"/>
                        </a:rPr>
                        <a:t>N°</a:t>
                      </a:r>
                      <a:endParaRPr b="0" lang="es-CL" sz="1300" spc="-1" strike="noStrike">
                        <a:latin typeface="Times New Roman"/>
                      </a:endParaRPr>
                    </a:p>
                  </a:txBody>
                  <a:tcPr anchor="ctr" marL="91440" marR="91440">
                    <a:lnL w="12240">
                      <a:solidFill>
                        <a:srgbClr val="ffffff"/>
                      </a:solidFill>
                    </a:lnL>
                    <a:lnR w="12240">
                      <a:solidFill>
                        <a:srgbClr val="ffffff"/>
                      </a:solidFill>
                    </a:lnR>
                    <a:lnT w="12240">
                      <a:solidFill>
                        <a:srgbClr val="ffffff"/>
                      </a:solidFill>
                    </a:lnT>
                    <a:lnB w="38160">
                      <a:solidFill>
                        <a:srgbClr val="ffffff"/>
                      </a:solidFill>
                    </a:lnB>
                    <a:solidFill>
                      <a:srgbClr val="0f6fc6"/>
                    </a:solidFill>
                  </a:tcPr>
                </a:tc>
                <a:tc>
                  <a:txBody>
                    <a:bodyPr anchor="ctr">
                      <a:noAutofit/>
                    </a:bodyPr>
                    <a:p>
                      <a:pPr algn="ctr">
                        <a:lnSpc>
                          <a:spcPct val="100000"/>
                        </a:lnSpc>
                        <a:buNone/>
                      </a:pPr>
                      <a:r>
                        <a:rPr b="0" lang="es-CL" sz="1300" spc="-1" strike="noStrike">
                          <a:latin typeface="Arial"/>
                        </a:rPr>
                        <a:t>Description</a:t>
                      </a:r>
                      <a:endParaRPr b="0" lang="es-CL" sz="1300" spc="-1" strike="noStrike">
                        <a:latin typeface="Times New Roman"/>
                      </a:endParaRPr>
                    </a:p>
                  </a:txBody>
                  <a:tcPr anchor="ctr" marL="91440" marR="91440">
                    <a:lnL w="12240">
                      <a:solidFill>
                        <a:srgbClr val="ffffff"/>
                      </a:solidFill>
                    </a:lnL>
                    <a:lnR w="12240">
                      <a:solidFill>
                        <a:srgbClr val="ffffff"/>
                      </a:solidFill>
                    </a:lnR>
                    <a:lnT w="12240">
                      <a:solidFill>
                        <a:srgbClr val="ffffff"/>
                      </a:solidFill>
                    </a:lnT>
                    <a:lnB w="38160">
                      <a:solidFill>
                        <a:srgbClr val="ffffff"/>
                      </a:solidFill>
                    </a:lnB>
                    <a:solidFill>
                      <a:srgbClr val="0f6fc6"/>
                    </a:solidFill>
                  </a:tcPr>
                </a:tc>
              </a:tr>
              <a:tr h="351720">
                <a:tc>
                  <a:txBody>
                    <a:bodyPr anchor="t">
                      <a:noAutofit/>
                    </a:bodyPr>
                    <a:p>
                      <a:pPr algn="ctr">
                        <a:lnSpc>
                          <a:spcPct val="150000"/>
                        </a:lnSpc>
                        <a:buNone/>
                      </a:pPr>
                      <a:r>
                        <a:rPr b="0" lang="es-CL" sz="1300" spc="-1" strike="noStrike">
                          <a:latin typeface="Arial"/>
                        </a:rPr>
                        <a:t>1</a:t>
                      </a:r>
                      <a:endParaRPr b="0" lang="es-CL" sz="1300" spc="-1" strike="noStrike">
                        <a:latin typeface="Times New Roman"/>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d4ea"/>
                    </a:solidFill>
                  </a:tcPr>
                </a:tc>
                <a:tc>
                  <a:txBody>
                    <a:bodyPr anchor="t">
                      <a:noAutofit/>
                    </a:bodyPr>
                    <a:p>
                      <a:pPr>
                        <a:lnSpc>
                          <a:spcPct val="150000"/>
                        </a:lnSpc>
                        <a:buNone/>
                      </a:pPr>
                      <a:r>
                        <a:rPr b="0" lang="es-CL" sz="1300" spc="-1" strike="noStrike">
                          <a:solidFill>
                            <a:srgbClr val="000000"/>
                          </a:solidFill>
                          <a:latin typeface="Constantia"/>
                        </a:rPr>
                        <a:t>Profiles and </a:t>
                      </a:r>
                      <a:r>
                        <a:rPr b="0" lang="es-CL" sz="1300" spc="-1" strike="noStrike">
                          <a:solidFill>
                            <a:srgbClr val="000000"/>
                          </a:solidFill>
                          <a:latin typeface="Constantia"/>
                        </a:rPr>
                        <a:t>adding a profile</a:t>
                      </a:r>
                      <a:endParaRPr b="0" lang="es-CL" sz="1300" spc="-1" strike="noStrike">
                        <a:latin typeface="Times New Roman"/>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d4ea"/>
                    </a:solidFill>
                  </a:tcPr>
                </a:tc>
              </a:tr>
              <a:tr h="351720">
                <a:tc>
                  <a:txBody>
                    <a:bodyPr anchor="t">
                      <a:noAutofit/>
                    </a:bodyPr>
                    <a:p>
                      <a:pPr algn="ctr">
                        <a:lnSpc>
                          <a:spcPct val="100000"/>
                        </a:lnSpc>
                        <a:buNone/>
                      </a:pPr>
                      <a:r>
                        <a:rPr b="0" lang="es-CL" sz="1300" spc="-1" strike="noStrike">
                          <a:latin typeface="Arial"/>
                        </a:rPr>
                        <a:t>2</a:t>
                      </a:r>
                      <a:endParaRPr b="0" lang="es-CL" sz="1300" spc="-1" strike="noStrike">
                        <a:latin typeface="Times New Roman"/>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d4ea"/>
                    </a:solidFill>
                  </a:tcPr>
                </a:tc>
                <a:tc>
                  <a:txBody>
                    <a:bodyPr anchor="t">
                      <a:noAutofit/>
                    </a:bodyPr>
                    <a:p>
                      <a:pPr>
                        <a:lnSpc>
                          <a:spcPct val="100000"/>
                        </a:lnSpc>
                        <a:buNone/>
                      </a:pPr>
                      <a:r>
                        <a:rPr b="0" lang="es-CL" sz="1300" spc="-1" strike="noStrike">
                          <a:solidFill>
                            <a:srgbClr val="000000"/>
                          </a:solidFill>
                          <a:latin typeface="Constantia"/>
                        </a:rPr>
                        <a:t>Button that </a:t>
                      </a:r>
                      <a:r>
                        <a:rPr b="0" lang="es-CL" sz="1300" spc="-1" strike="noStrike">
                          <a:solidFill>
                            <a:srgbClr val="000000"/>
                          </a:solidFill>
                          <a:latin typeface="Constantia"/>
                        </a:rPr>
                        <a:t>activates profile </a:t>
                      </a:r>
                      <a:r>
                        <a:rPr b="0" lang="es-CL" sz="1300" spc="-1" strike="noStrike">
                          <a:solidFill>
                            <a:srgbClr val="000000"/>
                          </a:solidFill>
                          <a:latin typeface="Constantia"/>
                        </a:rPr>
                        <a:t>editing</a:t>
                      </a:r>
                      <a:endParaRPr b="0" lang="es-CL" sz="1300" spc="-1" strike="noStrike">
                        <a:latin typeface="Times New Roman"/>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d4ea"/>
                    </a:solidFill>
                  </a:tcPr>
                </a:tc>
              </a:tr>
              <a:tr h="351720">
                <a:tc>
                  <a:txBody>
                    <a:bodyPr anchor="t">
                      <a:noAutofit/>
                    </a:bodyPr>
                    <a:p>
                      <a:pPr algn="ctr">
                        <a:lnSpc>
                          <a:spcPct val="100000"/>
                        </a:lnSpc>
                        <a:buNone/>
                      </a:pPr>
                      <a:r>
                        <a:rPr b="0" lang="es-CL" sz="1300" spc="-1" strike="noStrike">
                          <a:latin typeface="Arial"/>
                        </a:rPr>
                        <a:t>3</a:t>
                      </a:r>
                      <a:endParaRPr b="0" lang="es-CL" sz="1300" spc="-1" strike="noStrike">
                        <a:latin typeface="Times New Roman"/>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d4ea"/>
                    </a:solidFill>
                  </a:tcPr>
                </a:tc>
                <a:tc>
                  <a:txBody>
                    <a:bodyPr anchor="t">
                      <a:noAutofit/>
                    </a:bodyPr>
                    <a:p>
                      <a:pPr>
                        <a:lnSpc>
                          <a:spcPct val="100000"/>
                        </a:lnSpc>
                        <a:buNone/>
                      </a:pPr>
                      <a:r>
                        <a:rPr b="0" lang="es-CL" sz="1300" spc="-1" strike="noStrike">
                          <a:solidFill>
                            <a:srgbClr val="000000"/>
                          </a:solidFill>
                          <a:latin typeface="Constantia"/>
                        </a:rPr>
                        <a:t>Sign Out</a:t>
                      </a:r>
                      <a:endParaRPr b="0" lang="es-CL" sz="1300" spc="-1" strike="noStrike">
                        <a:latin typeface="Times New Roman"/>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d4ea"/>
                    </a:solidFill>
                  </a:tcPr>
                </a:tc>
              </a:tr>
            </a:tbl>
          </a:graphicData>
        </a:graphic>
      </p:graphicFrame>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3" name="PlaceHolder 1"/>
          <p:cNvSpPr>
            <a:spLocks noGrp="1"/>
          </p:cNvSpPr>
          <p:nvPr>
            <p:ph type="title"/>
          </p:nvPr>
        </p:nvSpPr>
        <p:spPr>
          <a:xfrm>
            <a:off x="457200" y="704160"/>
            <a:ext cx="8218800" cy="492480"/>
          </a:xfrm>
          <a:prstGeom prst="rect">
            <a:avLst/>
          </a:prstGeom>
          <a:noFill/>
          <a:ln w="0">
            <a:noFill/>
          </a:ln>
        </p:spPr>
        <p:txBody>
          <a:bodyPr lIns="0" rIns="0" tIns="45000" bIns="0" anchor="b">
            <a:normAutofit fontScale="73000"/>
          </a:bodyPr>
          <a:p>
            <a:pPr>
              <a:lnSpc>
                <a:spcPct val="100000"/>
              </a:lnSpc>
              <a:buNone/>
            </a:pPr>
            <a:r>
              <a:rPr b="0" lang="en-US" sz="4000" spc="-1" strike="noStrike">
                <a:solidFill>
                  <a:srgbClr val="04617b"/>
                </a:solidFill>
                <a:latin typeface="Calibri"/>
              </a:rPr>
              <a:t>Menu &amp; function description</a:t>
            </a:r>
            <a:endParaRPr b="0" lang="es-CL" sz="4000" spc="-1" strike="noStrike">
              <a:solidFill>
                <a:srgbClr val="000000"/>
              </a:solidFill>
              <a:latin typeface="Constantia"/>
            </a:endParaRPr>
          </a:p>
        </p:txBody>
      </p:sp>
      <p:pic>
        <p:nvPicPr>
          <p:cNvPr id="334" name="" descr=""/>
          <p:cNvPicPr/>
          <p:nvPr/>
        </p:nvPicPr>
        <p:blipFill>
          <a:blip r:embed="rId1"/>
          <a:stretch/>
        </p:blipFill>
        <p:spPr>
          <a:xfrm>
            <a:off x="180000" y="2160000"/>
            <a:ext cx="6792120" cy="4370040"/>
          </a:xfrm>
          <a:prstGeom prst="rect">
            <a:avLst/>
          </a:prstGeom>
          <a:ln w="0">
            <a:noFill/>
          </a:ln>
        </p:spPr>
      </p:pic>
      <p:graphicFrame>
        <p:nvGraphicFramePr>
          <p:cNvPr id="335" name="Tabla 6"/>
          <p:cNvGraphicFramePr/>
          <p:nvPr/>
        </p:nvGraphicFramePr>
        <p:xfrm>
          <a:off x="4473360" y="1652400"/>
          <a:ext cx="4491000" cy="1345680"/>
        </p:xfrm>
        <a:graphic>
          <a:graphicData uri="http://schemas.openxmlformats.org/drawingml/2006/table">
            <a:tbl>
              <a:tblPr/>
              <a:tblGrid>
                <a:gridCol w="405000"/>
                <a:gridCol w="4086360"/>
              </a:tblGrid>
              <a:tr h="290880">
                <a:tc>
                  <a:txBody>
                    <a:bodyPr anchor="ctr">
                      <a:noAutofit/>
                    </a:bodyPr>
                    <a:p>
                      <a:pPr algn="ctr">
                        <a:lnSpc>
                          <a:spcPct val="100000"/>
                        </a:lnSpc>
                        <a:buNone/>
                      </a:pPr>
                      <a:r>
                        <a:rPr b="1" lang="es-CL" sz="1200" spc="-1" strike="noStrike">
                          <a:solidFill>
                            <a:srgbClr val="ffffff"/>
                          </a:solidFill>
                          <a:latin typeface="Constantia"/>
                        </a:rPr>
                        <a:t>N°</a:t>
                      </a:r>
                      <a:endParaRPr b="0" lang="es-CL" sz="1200" spc="-1" strike="noStrike">
                        <a:latin typeface="Times New Roman"/>
                      </a:endParaRPr>
                    </a:p>
                  </a:txBody>
                  <a:tcPr anchor="ctr" marL="91440" marR="91440">
                    <a:lnL w="12240">
                      <a:solidFill>
                        <a:srgbClr val="ffffff"/>
                      </a:solidFill>
                    </a:lnL>
                    <a:lnR w="12240">
                      <a:solidFill>
                        <a:srgbClr val="ffffff"/>
                      </a:solidFill>
                    </a:lnR>
                    <a:lnT w="12240">
                      <a:solidFill>
                        <a:srgbClr val="ffffff"/>
                      </a:solidFill>
                    </a:lnT>
                    <a:lnB w="38160">
                      <a:solidFill>
                        <a:srgbClr val="ffffff"/>
                      </a:solidFill>
                    </a:lnB>
                    <a:solidFill>
                      <a:srgbClr val="0f6fc6"/>
                    </a:solidFill>
                  </a:tcPr>
                </a:tc>
                <a:tc>
                  <a:txBody>
                    <a:bodyPr anchor="ctr">
                      <a:noAutofit/>
                    </a:bodyPr>
                    <a:p>
                      <a:pPr algn="ctr">
                        <a:lnSpc>
                          <a:spcPct val="100000"/>
                        </a:lnSpc>
                        <a:buNone/>
                      </a:pPr>
                      <a:r>
                        <a:rPr b="0" lang="es-CL" sz="1200" spc="-1" strike="noStrike">
                          <a:solidFill>
                            <a:srgbClr val="ffffff"/>
                          </a:solidFill>
                          <a:latin typeface="Constantia"/>
                        </a:rPr>
                        <a:t>Description</a:t>
                      </a:r>
                      <a:endParaRPr b="0" lang="es-CL" sz="1200" spc="-1" strike="noStrike">
                        <a:latin typeface="Times New Roman"/>
                      </a:endParaRPr>
                    </a:p>
                  </a:txBody>
                  <a:tcPr anchor="ctr" marL="91440" marR="91440">
                    <a:lnL w="12240">
                      <a:solidFill>
                        <a:srgbClr val="ffffff"/>
                      </a:solidFill>
                    </a:lnL>
                    <a:lnR w="12240">
                      <a:solidFill>
                        <a:srgbClr val="ffffff"/>
                      </a:solidFill>
                    </a:lnR>
                    <a:lnT w="12240">
                      <a:solidFill>
                        <a:srgbClr val="ffffff"/>
                      </a:solidFill>
                    </a:lnT>
                    <a:lnB w="38160">
                      <a:solidFill>
                        <a:srgbClr val="ffffff"/>
                      </a:solidFill>
                    </a:lnB>
                    <a:solidFill>
                      <a:srgbClr val="0f6fc6"/>
                    </a:solidFill>
                  </a:tcPr>
                </a:tc>
              </a:tr>
              <a:tr h="351720">
                <a:tc>
                  <a:txBody>
                    <a:bodyPr anchor="t">
                      <a:noAutofit/>
                    </a:bodyPr>
                    <a:p>
                      <a:pPr algn="ctr">
                        <a:lnSpc>
                          <a:spcPct val="100000"/>
                        </a:lnSpc>
                        <a:buNone/>
                      </a:pPr>
                      <a:r>
                        <a:rPr b="0" lang="es-CL" sz="1200" spc="-1" strike="noStrike">
                          <a:solidFill>
                            <a:srgbClr val="000000"/>
                          </a:solidFill>
                          <a:latin typeface="Times New Roman"/>
                        </a:rPr>
                        <a:t>1</a:t>
                      </a:r>
                      <a:endParaRPr b="0" lang="es-CL" sz="1200" spc="-1" strike="noStrike">
                        <a:latin typeface="Times New Roman"/>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d4ea"/>
                    </a:solidFill>
                  </a:tcPr>
                </a:tc>
                <a:tc>
                  <a:txBody>
                    <a:bodyPr anchor="t">
                      <a:noAutofit/>
                    </a:bodyPr>
                    <a:p>
                      <a:pPr>
                        <a:lnSpc>
                          <a:spcPct val="100000"/>
                        </a:lnSpc>
                        <a:buNone/>
                      </a:pPr>
                      <a:r>
                        <a:rPr b="0" lang="es-CL" sz="1300" spc="-1" strike="noStrike">
                          <a:solidFill>
                            <a:srgbClr val="000000"/>
                          </a:solidFill>
                          <a:latin typeface="Times New Roman"/>
                        </a:rPr>
                        <a:t>Current avatar and </a:t>
                      </a:r>
                      <a:r>
                        <a:rPr b="0" lang="es-CL" sz="1300" spc="-1" strike="noStrike">
                          <a:solidFill>
                            <a:srgbClr val="000000"/>
                          </a:solidFill>
                          <a:latin typeface="Times New Roman"/>
                        </a:rPr>
                        <a:t>select avatar </a:t>
                      </a:r>
                      <a:r>
                        <a:rPr b="0" lang="es-CL" sz="1300" spc="-1" strike="noStrike">
                          <a:solidFill>
                            <a:srgbClr val="000000"/>
                          </a:solidFill>
                          <a:latin typeface="Times New Roman"/>
                        </a:rPr>
                        <a:t>button</a:t>
                      </a:r>
                      <a:endParaRPr b="0" lang="es-CL" sz="1300" spc="-1" strike="noStrike">
                        <a:latin typeface="Times New Roman"/>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d4ea"/>
                    </a:solidFill>
                  </a:tcPr>
                </a:tc>
              </a:tr>
              <a:tr h="351720">
                <a:tc>
                  <a:txBody>
                    <a:bodyPr anchor="t">
                      <a:noAutofit/>
                    </a:bodyPr>
                    <a:p>
                      <a:pPr algn="ctr">
                        <a:lnSpc>
                          <a:spcPct val="100000"/>
                        </a:lnSpc>
                        <a:buNone/>
                      </a:pPr>
                      <a:r>
                        <a:rPr b="0" lang="es-CL" sz="1200" spc="-1" strike="noStrike">
                          <a:latin typeface="Times New Roman"/>
                        </a:rPr>
                        <a:t>2</a:t>
                      </a:r>
                      <a:endParaRPr b="0" lang="es-CL" sz="1200" spc="-1" strike="noStrike">
                        <a:latin typeface="Times New Roman"/>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d4ea"/>
                    </a:solidFill>
                  </a:tcPr>
                </a:tc>
                <a:tc>
                  <a:txBody>
                    <a:bodyPr anchor="t">
                      <a:noAutofit/>
                    </a:bodyPr>
                    <a:p>
                      <a:pPr>
                        <a:lnSpc>
                          <a:spcPct val="100000"/>
                        </a:lnSpc>
                        <a:buNone/>
                      </a:pPr>
                      <a:r>
                        <a:rPr b="0" lang="es-CL" sz="1300" spc="-1" strike="noStrike">
                          <a:latin typeface="Times New Roman"/>
                        </a:rPr>
                        <a:t>keyboard to edit </a:t>
                      </a:r>
                      <a:r>
                        <a:rPr b="0" lang="es-CL" sz="1300" spc="-1" strike="noStrike">
                          <a:latin typeface="Times New Roman"/>
                        </a:rPr>
                        <a:t>name</a:t>
                      </a:r>
                      <a:endParaRPr b="0" lang="es-CL" sz="1300" spc="-1" strike="noStrike">
                        <a:latin typeface="Times New Roman"/>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d4ea"/>
                    </a:solidFill>
                  </a:tcPr>
                </a:tc>
              </a:tr>
              <a:tr h="351720">
                <a:tc>
                  <a:txBody>
                    <a:bodyPr anchor="t">
                      <a:noAutofit/>
                    </a:bodyPr>
                    <a:p>
                      <a:pPr algn="ctr">
                        <a:lnSpc>
                          <a:spcPct val="100000"/>
                        </a:lnSpc>
                        <a:buNone/>
                      </a:pPr>
                      <a:r>
                        <a:rPr b="0" lang="es-CL" sz="1200" spc="-1" strike="noStrike">
                          <a:latin typeface="Times New Roman"/>
                        </a:rPr>
                        <a:t>3</a:t>
                      </a:r>
                      <a:endParaRPr b="0" lang="es-CL" sz="1200" spc="-1" strike="noStrike">
                        <a:latin typeface="Times New Roman"/>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d4ea"/>
                    </a:solidFill>
                  </a:tcPr>
                </a:tc>
                <a:tc>
                  <a:txBody>
                    <a:bodyPr anchor="t">
                      <a:noAutofit/>
                    </a:bodyPr>
                    <a:p>
                      <a:pPr>
                        <a:lnSpc>
                          <a:spcPct val="100000"/>
                        </a:lnSpc>
                        <a:buNone/>
                      </a:pPr>
                      <a:r>
                        <a:rPr b="0" lang="es-CL" sz="1300" spc="-1" strike="noStrike">
                          <a:latin typeface="Times New Roman"/>
                        </a:rPr>
                        <a:t>Create profile</a:t>
                      </a:r>
                      <a:endParaRPr b="0" lang="es-CL" sz="1300" spc="-1" strike="noStrike">
                        <a:latin typeface="Times New Roman"/>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d4ea"/>
                    </a:solidFill>
                  </a:tcPr>
                </a:tc>
              </a:tr>
            </a:tbl>
          </a:graphicData>
        </a:graphic>
      </p:graphicFrame>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6" name="PlaceHolder 1"/>
          <p:cNvSpPr>
            <a:spLocks noGrp="1"/>
          </p:cNvSpPr>
          <p:nvPr>
            <p:ph type="title"/>
          </p:nvPr>
        </p:nvSpPr>
        <p:spPr>
          <a:xfrm>
            <a:off x="457200" y="704160"/>
            <a:ext cx="8218800" cy="492480"/>
          </a:xfrm>
          <a:prstGeom prst="rect">
            <a:avLst/>
          </a:prstGeom>
          <a:noFill/>
          <a:ln w="0">
            <a:noFill/>
          </a:ln>
        </p:spPr>
        <p:txBody>
          <a:bodyPr lIns="0" rIns="0" tIns="45000" bIns="0" anchor="b">
            <a:normAutofit fontScale="73000"/>
          </a:bodyPr>
          <a:p>
            <a:pPr>
              <a:lnSpc>
                <a:spcPct val="100000"/>
              </a:lnSpc>
              <a:buNone/>
            </a:pPr>
            <a:r>
              <a:rPr b="0" lang="en-US" sz="4000" spc="-1" strike="noStrike">
                <a:solidFill>
                  <a:srgbClr val="04617b"/>
                </a:solidFill>
                <a:latin typeface="Calibri"/>
              </a:rPr>
              <a:t>Menu &amp; function description</a:t>
            </a:r>
            <a:endParaRPr b="0" lang="es-CL" sz="4000" spc="-1" strike="noStrike">
              <a:solidFill>
                <a:srgbClr val="000000"/>
              </a:solidFill>
              <a:latin typeface="Constantia"/>
            </a:endParaRPr>
          </a:p>
        </p:txBody>
      </p:sp>
      <p:graphicFrame>
        <p:nvGraphicFramePr>
          <p:cNvPr id="337" name="Tabla 8"/>
          <p:cNvGraphicFramePr/>
          <p:nvPr/>
        </p:nvGraphicFramePr>
        <p:xfrm>
          <a:off x="4239000" y="1412640"/>
          <a:ext cx="4491360" cy="642960"/>
        </p:xfrm>
        <a:graphic>
          <a:graphicData uri="http://schemas.openxmlformats.org/drawingml/2006/table">
            <a:tbl>
              <a:tblPr/>
              <a:tblGrid>
                <a:gridCol w="405000"/>
                <a:gridCol w="4086360"/>
              </a:tblGrid>
              <a:tr h="291240">
                <a:tc>
                  <a:txBody>
                    <a:bodyPr anchor="ctr">
                      <a:noAutofit/>
                    </a:bodyPr>
                    <a:p>
                      <a:pPr algn="ctr">
                        <a:lnSpc>
                          <a:spcPct val="100000"/>
                        </a:lnSpc>
                        <a:buNone/>
                      </a:pPr>
                      <a:r>
                        <a:rPr b="1" lang="es-CL" sz="1200" spc="-1" strike="noStrike">
                          <a:solidFill>
                            <a:srgbClr val="ffffff"/>
                          </a:solidFill>
                          <a:latin typeface="Constantia"/>
                        </a:rPr>
                        <a:t>N°</a:t>
                      </a:r>
                      <a:endParaRPr b="0" lang="es-CL" sz="1200" spc="-1" strike="noStrike">
                        <a:latin typeface="Times New Roman"/>
                      </a:endParaRPr>
                    </a:p>
                  </a:txBody>
                  <a:tcPr anchor="ctr" marL="91440" marR="91440">
                    <a:lnL w="12240">
                      <a:solidFill>
                        <a:srgbClr val="ffffff"/>
                      </a:solidFill>
                    </a:lnL>
                    <a:lnR w="12240">
                      <a:solidFill>
                        <a:srgbClr val="ffffff"/>
                      </a:solidFill>
                    </a:lnR>
                    <a:lnT w="12240">
                      <a:solidFill>
                        <a:srgbClr val="ffffff"/>
                      </a:solidFill>
                    </a:lnT>
                    <a:lnB w="38160">
                      <a:solidFill>
                        <a:srgbClr val="ffffff"/>
                      </a:solidFill>
                    </a:lnB>
                    <a:solidFill>
                      <a:srgbClr val="0f6fc6"/>
                    </a:solidFill>
                  </a:tcPr>
                </a:tc>
                <a:tc>
                  <a:txBody>
                    <a:bodyPr anchor="ctr">
                      <a:noAutofit/>
                    </a:bodyPr>
                    <a:p>
                      <a:pPr algn="ctr">
                        <a:lnSpc>
                          <a:spcPct val="100000"/>
                        </a:lnSpc>
                        <a:buNone/>
                      </a:pPr>
                      <a:r>
                        <a:rPr b="0" lang="es-CL" sz="1200" spc="-1" strike="noStrike">
                          <a:solidFill>
                            <a:srgbClr val="ffffff"/>
                          </a:solidFill>
                          <a:latin typeface="Constantia"/>
                        </a:rPr>
                        <a:t>Description</a:t>
                      </a:r>
                      <a:endParaRPr b="0" lang="es-CL" sz="1200" spc="-1" strike="noStrike">
                        <a:latin typeface="Times New Roman"/>
                      </a:endParaRPr>
                    </a:p>
                  </a:txBody>
                  <a:tcPr anchor="ctr" marL="91440" marR="91440">
                    <a:lnL w="12240">
                      <a:solidFill>
                        <a:srgbClr val="ffffff"/>
                      </a:solidFill>
                    </a:lnL>
                    <a:lnR w="12240">
                      <a:solidFill>
                        <a:srgbClr val="ffffff"/>
                      </a:solidFill>
                    </a:lnR>
                    <a:lnT w="12240">
                      <a:solidFill>
                        <a:srgbClr val="ffffff"/>
                      </a:solidFill>
                    </a:lnT>
                    <a:lnB w="38160">
                      <a:solidFill>
                        <a:srgbClr val="ffffff"/>
                      </a:solidFill>
                    </a:lnB>
                    <a:solidFill>
                      <a:srgbClr val="0f6fc6"/>
                    </a:solidFill>
                  </a:tcPr>
                </a:tc>
              </a:tr>
              <a:tr h="351720">
                <a:tc>
                  <a:txBody>
                    <a:bodyPr anchor="t">
                      <a:noAutofit/>
                    </a:bodyPr>
                    <a:p>
                      <a:pPr algn="ctr">
                        <a:lnSpc>
                          <a:spcPct val="100000"/>
                        </a:lnSpc>
                        <a:buNone/>
                      </a:pPr>
                      <a:r>
                        <a:rPr b="0" lang="es-CL" sz="1200" spc="-1" strike="noStrike">
                          <a:solidFill>
                            <a:srgbClr val="000000"/>
                          </a:solidFill>
                          <a:latin typeface="Constantia"/>
                        </a:rPr>
                        <a:t>1</a:t>
                      </a:r>
                      <a:endParaRPr b="0" lang="es-CL" sz="1200" spc="-1" strike="noStrike">
                        <a:latin typeface="Times New Roman"/>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d4ea"/>
                    </a:solidFill>
                  </a:tcPr>
                </a:tc>
                <a:tc>
                  <a:txBody>
                    <a:bodyPr anchor="t">
                      <a:noAutofit/>
                    </a:bodyPr>
                    <a:p>
                      <a:r>
                        <a:rPr b="0" lang="es-CL" sz="1200" spc="-1" strike="noStrike">
                          <a:solidFill>
                            <a:srgbClr val="000000"/>
                          </a:solidFill>
                          <a:latin typeface="Times New Roman"/>
                        </a:rPr>
                        <a:t>Avatar to select from the list</a:t>
                      </a:r>
                      <a:endParaRPr b="0" lang="es-CL" sz="12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d4ea"/>
                    </a:solidFill>
                  </a:tcPr>
                </a:tc>
              </a:tr>
            </a:tbl>
          </a:graphicData>
        </a:graphic>
      </p:graphicFrame>
      <p:pic>
        <p:nvPicPr>
          <p:cNvPr id="338" name="" descr=""/>
          <p:cNvPicPr/>
          <p:nvPr/>
        </p:nvPicPr>
        <p:blipFill>
          <a:blip r:embed="rId1"/>
          <a:stretch/>
        </p:blipFill>
        <p:spPr>
          <a:xfrm>
            <a:off x="1260000" y="2747880"/>
            <a:ext cx="5951520" cy="3372120"/>
          </a:xfrm>
          <a:prstGeom prst="rect">
            <a:avLst/>
          </a:prstGeom>
          <a:ln w="0">
            <a:noFill/>
          </a:ln>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9" name="PlaceHolder 1"/>
          <p:cNvSpPr>
            <a:spLocks noGrp="1"/>
          </p:cNvSpPr>
          <p:nvPr>
            <p:ph type="title"/>
          </p:nvPr>
        </p:nvSpPr>
        <p:spPr>
          <a:xfrm>
            <a:off x="457200" y="704160"/>
            <a:ext cx="8218800" cy="492480"/>
          </a:xfrm>
          <a:prstGeom prst="rect">
            <a:avLst/>
          </a:prstGeom>
          <a:noFill/>
          <a:ln w="0">
            <a:noFill/>
          </a:ln>
        </p:spPr>
        <p:txBody>
          <a:bodyPr lIns="0" rIns="0" tIns="45000" bIns="0" anchor="b">
            <a:normAutofit fontScale="73000"/>
          </a:bodyPr>
          <a:p>
            <a:pPr>
              <a:lnSpc>
                <a:spcPct val="100000"/>
              </a:lnSpc>
              <a:buNone/>
            </a:pPr>
            <a:r>
              <a:rPr b="0" lang="en-US" sz="4000" spc="-1" strike="noStrike">
                <a:solidFill>
                  <a:srgbClr val="04617b"/>
                </a:solidFill>
                <a:latin typeface="Calibri"/>
              </a:rPr>
              <a:t>Menu &amp; function description</a:t>
            </a:r>
            <a:endParaRPr b="0" lang="es-CL" sz="4000" spc="-1" strike="noStrike">
              <a:solidFill>
                <a:srgbClr val="000000"/>
              </a:solidFill>
              <a:latin typeface="Constantia"/>
            </a:endParaRPr>
          </a:p>
        </p:txBody>
      </p:sp>
      <p:graphicFrame>
        <p:nvGraphicFramePr>
          <p:cNvPr id="340" name="Tabla 7"/>
          <p:cNvGraphicFramePr/>
          <p:nvPr/>
        </p:nvGraphicFramePr>
        <p:xfrm>
          <a:off x="4239000" y="1412640"/>
          <a:ext cx="4491360" cy="642960"/>
        </p:xfrm>
        <a:graphic>
          <a:graphicData uri="http://schemas.openxmlformats.org/drawingml/2006/table">
            <a:tbl>
              <a:tblPr/>
              <a:tblGrid>
                <a:gridCol w="405000"/>
                <a:gridCol w="4086360"/>
              </a:tblGrid>
              <a:tr h="291240">
                <a:tc>
                  <a:txBody>
                    <a:bodyPr anchor="ctr">
                      <a:noAutofit/>
                    </a:bodyPr>
                    <a:p>
                      <a:pPr algn="ctr">
                        <a:lnSpc>
                          <a:spcPct val="100000"/>
                        </a:lnSpc>
                        <a:buNone/>
                      </a:pPr>
                      <a:r>
                        <a:rPr b="1" lang="es-CL" sz="1200" spc="-1" strike="noStrike">
                          <a:solidFill>
                            <a:srgbClr val="ffffff"/>
                          </a:solidFill>
                          <a:latin typeface="Constantia"/>
                        </a:rPr>
                        <a:t>N°</a:t>
                      </a:r>
                      <a:endParaRPr b="0" lang="es-CL" sz="1200" spc="-1" strike="noStrike">
                        <a:latin typeface="Times New Roman"/>
                      </a:endParaRPr>
                    </a:p>
                  </a:txBody>
                  <a:tcPr anchor="ctr" marL="91440" marR="91440">
                    <a:lnL w="12240">
                      <a:solidFill>
                        <a:srgbClr val="ffffff"/>
                      </a:solidFill>
                    </a:lnL>
                    <a:lnR w="12240">
                      <a:solidFill>
                        <a:srgbClr val="ffffff"/>
                      </a:solidFill>
                    </a:lnR>
                    <a:lnT w="12240">
                      <a:solidFill>
                        <a:srgbClr val="ffffff"/>
                      </a:solidFill>
                    </a:lnT>
                    <a:lnB w="38160">
                      <a:solidFill>
                        <a:srgbClr val="ffffff"/>
                      </a:solidFill>
                    </a:lnB>
                    <a:solidFill>
                      <a:srgbClr val="0f6fc6"/>
                    </a:solidFill>
                  </a:tcPr>
                </a:tc>
                <a:tc>
                  <a:txBody>
                    <a:bodyPr anchor="ctr">
                      <a:noAutofit/>
                    </a:bodyPr>
                    <a:p>
                      <a:pPr algn="ctr">
                        <a:lnSpc>
                          <a:spcPct val="100000"/>
                        </a:lnSpc>
                        <a:buNone/>
                      </a:pPr>
                      <a:r>
                        <a:rPr b="0" lang="es-CL" sz="1200" spc="-1" strike="noStrike">
                          <a:solidFill>
                            <a:srgbClr val="ffffff"/>
                          </a:solidFill>
                          <a:latin typeface="Constantia"/>
                        </a:rPr>
                        <a:t>Description</a:t>
                      </a:r>
                      <a:endParaRPr b="0" lang="es-CL" sz="1200" spc="-1" strike="noStrike">
                        <a:latin typeface="Times New Roman"/>
                      </a:endParaRPr>
                    </a:p>
                  </a:txBody>
                  <a:tcPr anchor="ctr" marL="91440" marR="91440">
                    <a:lnL w="12240">
                      <a:solidFill>
                        <a:srgbClr val="ffffff"/>
                      </a:solidFill>
                    </a:lnL>
                    <a:lnR w="12240">
                      <a:solidFill>
                        <a:srgbClr val="ffffff"/>
                      </a:solidFill>
                    </a:lnR>
                    <a:lnT w="12240">
                      <a:solidFill>
                        <a:srgbClr val="ffffff"/>
                      </a:solidFill>
                    </a:lnT>
                    <a:lnB w="38160">
                      <a:solidFill>
                        <a:srgbClr val="ffffff"/>
                      </a:solidFill>
                    </a:lnB>
                    <a:solidFill>
                      <a:srgbClr val="0f6fc6"/>
                    </a:solidFill>
                  </a:tcPr>
                </a:tc>
              </a:tr>
              <a:tr h="0">
                <a:tc>
                  <a:txBody>
                    <a:bodyPr anchor="t">
                      <a:noAutofit/>
                    </a:bodyPr>
                    <a:p>
                      <a:pPr algn="ctr">
                        <a:buNone/>
                      </a:pPr>
                      <a:r>
                        <a:rPr b="0" lang="es-CL" sz="1800" spc="-1" strike="noStrike">
                          <a:latin typeface="Arial"/>
                        </a:rPr>
                        <a:t>1</a:t>
                      </a:r>
                      <a:endParaRPr b="0" lang="es-CL" sz="18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d4ea"/>
                    </a:solidFill>
                  </a:tcPr>
                </a:tc>
                <a:tc>
                  <a:txBody>
                    <a:bodyPr anchor="t">
                      <a:noAutofit/>
                    </a:bodyPr>
                    <a:p>
                      <a:pPr>
                        <a:lnSpc>
                          <a:spcPct val="100000"/>
                        </a:lnSpc>
                        <a:buNone/>
                      </a:pPr>
                      <a:r>
                        <a:rPr b="0" lang="es-CL" sz="1300" spc="-1" strike="noStrike">
                          <a:solidFill>
                            <a:srgbClr val="000000"/>
                          </a:solidFill>
                          <a:latin typeface="Constantia"/>
                        </a:rPr>
                        <a:t>Profiles and adding a profile</a:t>
                      </a:r>
                      <a:endParaRPr b="0" lang="es-CL" sz="13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d4ea"/>
                    </a:solidFill>
                  </a:tcPr>
                </a:tc>
              </a:tr>
              <a:tr h="0">
                <a:tc>
                  <a:txBody>
                    <a:bodyPr anchor="t">
                      <a:noAutofit/>
                    </a:bodyPr>
                    <a:p>
                      <a:pPr algn="ctr">
                        <a:buNone/>
                      </a:pPr>
                      <a:r>
                        <a:rPr b="0" lang="es-CL" sz="1800" spc="-1" strike="noStrike">
                          <a:latin typeface="Arial"/>
                        </a:rPr>
                        <a:t>2</a:t>
                      </a:r>
                      <a:endParaRPr b="0" lang="es-CL" sz="18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d4ea"/>
                    </a:solidFill>
                  </a:tcPr>
                </a:tc>
                <a:tc>
                  <a:txBody>
                    <a:bodyPr anchor="t">
                      <a:noAutofit/>
                    </a:bodyPr>
                    <a:p>
                      <a:pPr>
                        <a:lnSpc>
                          <a:spcPct val="100000"/>
                        </a:lnSpc>
                        <a:buNone/>
                      </a:pPr>
                      <a:r>
                        <a:rPr b="0" lang="es-CL" sz="1300" spc="-1" strike="noStrike">
                          <a:solidFill>
                            <a:srgbClr val="000000"/>
                          </a:solidFill>
                          <a:latin typeface="Constantia"/>
                        </a:rPr>
                        <a:t>Edit profile</a:t>
                      </a:r>
                      <a:endParaRPr b="0" lang="es-CL" sz="13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d4ea"/>
                    </a:solidFill>
                  </a:tcPr>
                </a:tc>
              </a:tr>
              <a:tr h="0">
                <a:tc>
                  <a:txBody>
                    <a:bodyPr anchor="t">
                      <a:noAutofit/>
                    </a:bodyPr>
                    <a:p>
                      <a:pPr algn="ctr">
                        <a:buNone/>
                      </a:pPr>
                      <a:r>
                        <a:rPr b="0" lang="es-CL" sz="1800" spc="-1" strike="noStrike">
                          <a:latin typeface="Arial"/>
                        </a:rPr>
                        <a:t>3</a:t>
                      </a:r>
                      <a:endParaRPr b="0" lang="es-CL" sz="18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d4ea"/>
                    </a:solidFill>
                  </a:tcPr>
                </a:tc>
                <a:tc>
                  <a:txBody>
                    <a:bodyPr anchor="t">
                      <a:noAutofit/>
                    </a:bodyPr>
                    <a:p>
                      <a:pPr>
                        <a:lnSpc>
                          <a:spcPct val="100000"/>
                        </a:lnSpc>
                        <a:buNone/>
                      </a:pPr>
                      <a:r>
                        <a:rPr b="0" lang="es-CL" sz="1300" spc="-1" strike="noStrike">
                          <a:solidFill>
                            <a:srgbClr val="000000"/>
                          </a:solidFill>
                          <a:latin typeface="Constantia"/>
                        </a:rPr>
                        <a:t>Finished edit</a:t>
                      </a:r>
                      <a:endParaRPr b="0" lang="es-CL" sz="13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d4ea"/>
                    </a:solidFill>
                  </a:tcPr>
                </a:tc>
              </a:tr>
              <a:tr h="0">
                <a:tc>
                  <a:txBody>
                    <a:bodyPr anchor="t">
                      <a:noAutofit/>
                    </a:bodyPr>
                    <a:p>
                      <a:pPr algn="ctr">
                        <a:buNone/>
                      </a:pPr>
                      <a:r>
                        <a:rPr b="0" lang="es-CL" sz="1800" spc="-1" strike="noStrike">
                          <a:solidFill>
                            <a:srgbClr val="000000"/>
                          </a:solidFill>
                          <a:latin typeface="Constantia"/>
                        </a:rPr>
                        <a:t>4</a:t>
                      </a:r>
                      <a:endParaRPr b="0" lang="es-CL" sz="18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d4ea"/>
                    </a:solidFill>
                  </a:tcPr>
                </a:tc>
                <a:tc>
                  <a:txBody>
                    <a:bodyPr anchor="t">
                      <a:noAutofit/>
                    </a:bodyPr>
                    <a:p>
                      <a:r>
                        <a:rPr b="0" lang="es-CL" sz="1300" spc="-1" strike="noStrike">
                          <a:solidFill>
                            <a:srgbClr val="000000"/>
                          </a:solidFill>
                          <a:latin typeface="Constantia"/>
                        </a:rPr>
                        <a:t>Sign Out</a:t>
                      </a:r>
                      <a:endParaRPr b="0" lang="es-CL" sz="13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d4ea"/>
                    </a:solidFill>
                  </a:tcPr>
                </a:tc>
              </a:tr>
            </a:tbl>
          </a:graphicData>
        </a:graphic>
      </p:graphicFrame>
      <p:pic>
        <p:nvPicPr>
          <p:cNvPr id="341" name="" descr=""/>
          <p:cNvPicPr/>
          <p:nvPr/>
        </p:nvPicPr>
        <p:blipFill>
          <a:blip r:embed="rId1"/>
          <a:stretch/>
        </p:blipFill>
        <p:spPr>
          <a:xfrm>
            <a:off x="114480" y="1440000"/>
            <a:ext cx="4061880" cy="5091480"/>
          </a:xfrm>
          <a:prstGeom prst="rect">
            <a:avLst/>
          </a:prstGeom>
          <a:ln w="0">
            <a:noFill/>
          </a:ln>
        </p:spPr>
      </p:pic>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2" name="PlaceHolder 1"/>
          <p:cNvSpPr>
            <a:spLocks noGrp="1"/>
          </p:cNvSpPr>
          <p:nvPr>
            <p:ph type="title"/>
          </p:nvPr>
        </p:nvSpPr>
        <p:spPr>
          <a:xfrm>
            <a:off x="457200" y="704160"/>
            <a:ext cx="8218800" cy="492480"/>
          </a:xfrm>
          <a:prstGeom prst="rect">
            <a:avLst/>
          </a:prstGeom>
          <a:noFill/>
          <a:ln w="0">
            <a:noFill/>
          </a:ln>
        </p:spPr>
        <p:txBody>
          <a:bodyPr lIns="0" rIns="0" tIns="45000" bIns="0" anchor="b">
            <a:normAutofit fontScale="73000"/>
          </a:bodyPr>
          <a:p>
            <a:pPr>
              <a:lnSpc>
                <a:spcPct val="100000"/>
              </a:lnSpc>
              <a:buNone/>
            </a:pPr>
            <a:r>
              <a:rPr b="0" lang="en-US" sz="4000" spc="-1" strike="noStrike">
                <a:solidFill>
                  <a:srgbClr val="04617b"/>
                </a:solidFill>
                <a:latin typeface="Calibri"/>
              </a:rPr>
              <a:t>Menu &amp; function description</a:t>
            </a:r>
            <a:endParaRPr b="0" lang="es-CL" sz="4000" spc="-1" strike="noStrike">
              <a:solidFill>
                <a:srgbClr val="000000"/>
              </a:solidFill>
              <a:latin typeface="Constantia"/>
            </a:endParaRPr>
          </a:p>
        </p:txBody>
      </p:sp>
      <p:pic>
        <p:nvPicPr>
          <p:cNvPr id="343" name="" descr=""/>
          <p:cNvPicPr/>
          <p:nvPr/>
        </p:nvPicPr>
        <p:blipFill>
          <a:blip r:embed="rId1"/>
          <a:stretch/>
        </p:blipFill>
        <p:spPr>
          <a:xfrm>
            <a:off x="360000" y="2322000"/>
            <a:ext cx="6698880" cy="4158000"/>
          </a:xfrm>
          <a:prstGeom prst="rect">
            <a:avLst/>
          </a:prstGeom>
          <a:ln w="0">
            <a:noFill/>
          </a:ln>
        </p:spPr>
      </p:pic>
      <p:graphicFrame>
        <p:nvGraphicFramePr>
          <p:cNvPr id="344" name="Tabla 5"/>
          <p:cNvGraphicFramePr/>
          <p:nvPr/>
        </p:nvGraphicFramePr>
        <p:xfrm>
          <a:off x="4440960" y="1671120"/>
          <a:ext cx="4491000" cy="1346040"/>
        </p:xfrm>
        <a:graphic>
          <a:graphicData uri="http://schemas.openxmlformats.org/drawingml/2006/table">
            <a:tbl>
              <a:tblPr/>
              <a:tblGrid>
                <a:gridCol w="405000"/>
                <a:gridCol w="4086360"/>
              </a:tblGrid>
              <a:tr h="291240">
                <a:tc>
                  <a:txBody>
                    <a:bodyPr anchor="ctr">
                      <a:noAutofit/>
                    </a:bodyPr>
                    <a:p>
                      <a:pPr algn="ctr">
                        <a:lnSpc>
                          <a:spcPct val="100000"/>
                        </a:lnSpc>
                        <a:buNone/>
                      </a:pPr>
                      <a:r>
                        <a:rPr b="1" lang="es-CL" sz="1200" spc="-1" strike="noStrike">
                          <a:solidFill>
                            <a:srgbClr val="ffffff"/>
                          </a:solidFill>
                          <a:latin typeface="Constantia"/>
                        </a:rPr>
                        <a:t>N°</a:t>
                      </a:r>
                      <a:endParaRPr b="0" lang="es-CL" sz="1200" spc="-1" strike="noStrike">
                        <a:latin typeface="Times New Roman"/>
                      </a:endParaRPr>
                    </a:p>
                  </a:txBody>
                  <a:tcPr anchor="ctr" marL="91440" marR="91440">
                    <a:lnL w="12240">
                      <a:solidFill>
                        <a:srgbClr val="ffffff"/>
                      </a:solidFill>
                    </a:lnL>
                    <a:lnR w="12240">
                      <a:solidFill>
                        <a:srgbClr val="ffffff"/>
                      </a:solidFill>
                    </a:lnR>
                    <a:lnT w="12240">
                      <a:solidFill>
                        <a:srgbClr val="ffffff"/>
                      </a:solidFill>
                    </a:lnT>
                    <a:lnB w="38160">
                      <a:solidFill>
                        <a:srgbClr val="ffffff"/>
                      </a:solidFill>
                    </a:lnB>
                    <a:solidFill>
                      <a:srgbClr val="0f6fc6"/>
                    </a:solidFill>
                  </a:tcPr>
                </a:tc>
                <a:tc>
                  <a:txBody>
                    <a:bodyPr anchor="ctr">
                      <a:noAutofit/>
                    </a:bodyPr>
                    <a:p>
                      <a:pPr algn="ctr">
                        <a:lnSpc>
                          <a:spcPct val="100000"/>
                        </a:lnSpc>
                        <a:buNone/>
                      </a:pPr>
                      <a:r>
                        <a:rPr b="0" lang="es-CL" sz="1200" spc="-1" strike="noStrike">
                          <a:solidFill>
                            <a:srgbClr val="ffffff"/>
                          </a:solidFill>
                          <a:latin typeface="Constantia"/>
                        </a:rPr>
                        <a:t>Description</a:t>
                      </a:r>
                      <a:endParaRPr b="0" lang="es-CL" sz="1200" spc="-1" strike="noStrike">
                        <a:latin typeface="Times New Roman"/>
                      </a:endParaRPr>
                    </a:p>
                  </a:txBody>
                  <a:tcPr anchor="ctr" marL="91440" marR="91440">
                    <a:lnL w="12240">
                      <a:solidFill>
                        <a:srgbClr val="ffffff"/>
                      </a:solidFill>
                    </a:lnL>
                    <a:lnR w="12240">
                      <a:solidFill>
                        <a:srgbClr val="ffffff"/>
                      </a:solidFill>
                    </a:lnR>
                    <a:lnT w="12240">
                      <a:solidFill>
                        <a:srgbClr val="ffffff"/>
                      </a:solidFill>
                    </a:lnT>
                    <a:lnB w="38160">
                      <a:solidFill>
                        <a:srgbClr val="ffffff"/>
                      </a:solidFill>
                    </a:lnB>
                    <a:solidFill>
                      <a:srgbClr val="0f6fc6"/>
                    </a:solidFill>
                  </a:tcPr>
                </a:tc>
              </a:tr>
              <a:tr h="351720">
                <a:tc>
                  <a:txBody>
                    <a:bodyPr anchor="t">
                      <a:noAutofit/>
                    </a:bodyPr>
                    <a:p>
                      <a:pPr algn="ctr">
                        <a:lnSpc>
                          <a:spcPct val="100000"/>
                        </a:lnSpc>
                        <a:buNone/>
                      </a:pPr>
                      <a:r>
                        <a:rPr b="0" lang="es-CL" sz="1200" spc="-1" strike="noStrike">
                          <a:solidFill>
                            <a:srgbClr val="000000"/>
                          </a:solidFill>
                          <a:latin typeface="Times New Roman"/>
                        </a:rPr>
                        <a:t>1</a:t>
                      </a:r>
                      <a:endParaRPr b="0" lang="es-CL" sz="1200" spc="-1" strike="noStrike">
                        <a:latin typeface="Times New Roman"/>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d4ea"/>
                    </a:solidFill>
                  </a:tcPr>
                </a:tc>
                <a:tc>
                  <a:txBody>
                    <a:bodyPr anchor="t">
                      <a:noAutofit/>
                    </a:bodyPr>
                    <a:p>
                      <a:pPr>
                        <a:lnSpc>
                          <a:spcPct val="100000"/>
                        </a:lnSpc>
                        <a:buNone/>
                      </a:pPr>
                      <a:r>
                        <a:rPr b="0" lang="es-CL" sz="1200" spc="-1" strike="noStrike">
                          <a:solidFill>
                            <a:srgbClr val="000000"/>
                          </a:solidFill>
                          <a:latin typeface="Times New Roman"/>
                        </a:rPr>
                        <a:t>Current avatar and select avatar button</a:t>
                      </a:r>
                      <a:endParaRPr b="0" lang="es-CL" sz="1200" spc="-1" strike="noStrike">
                        <a:latin typeface="Times New Roman"/>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d4ea"/>
                    </a:solidFill>
                  </a:tcPr>
                </a:tc>
              </a:tr>
              <a:tr h="351720">
                <a:tc>
                  <a:txBody>
                    <a:bodyPr anchor="t">
                      <a:noAutofit/>
                    </a:bodyPr>
                    <a:p>
                      <a:pPr algn="ctr">
                        <a:lnSpc>
                          <a:spcPct val="100000"/>
                        </a:lnSpc>
                        <a:buNone/>
                      </a:pPr>
                      <a:r>
                        <a:rPr b="0" lang="es-CL" sz="1200" spc="-1" strike="noStrike">
                          <a:latin typeface="Times New Roman"/>
                        </a:rPr>
                        <a:t>2</a:t>
                      </a:r>
                      <a:endParaRPr b="0" lang="es-CL" sz="1200" spc="-1" strike="noStrike">
                        <a:latin typeface="Times New Roman"/>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d4ea"/>
                    </a:solidFill>
                  </a:tcPr>
                </a:tc>
                <a:tc>
                  <a:txBody>
                    <a:bodyPr anchor="t">
                      <a:noAutofit/>
                    </a:bodyPr>
                    <a:p>
                      <a:pPr>
                        <a:lnSpc>
                          <a:spcPct val="100000"/>
                        </a:lnSpc>
                        <a:buNone/>
                      </a:pPr>
                      <a:r>
                        <a:rPr b="0" lang="es-CL" sz="1200" spc="-1" strike="noStrike">
                          <a:latin typeface="Times New Roman"/>
                        </a:rPr>
                        <a:t>keyboard to edit name</a:t>
                      </a:r>
                      <a:endParaRPr b="0" lang="es-CL" sz="1200" spc="-1" strike="noStrike">
                        <a:latin typeface="Times New Roman"/>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d4ea"/>
                    </a:solidFill>
                  </a:tcPr>
                </a:tc>
              </a:tr>
              <a:tr h="351720">
                <a:tc>
                  <a:txBody>
                    <a:bodyPr anchor="t">
                      <a:noAutofit/>
                    </a:bodyPr>
                    <a:p>
                      <a:pPr algn="ctr">
                        <a:lnSpc>
                          <a:spcPct val="100000"/>
                        </a:lnSpc>
                        <a:buNone/>
                      </a:pPr>
                      <a:r>
                        <a:rPr b="0" lang="es-CL" sz="1200" spc="-1" strike="noStrike">
                          <a:latin typeface="Times New Roman"/>
                        </a:rPr>
                        <a:t>3</a:t>
                      </a:r>
                      <a:endParaRPr b="0" lang="es-CL" sz="1200" spc="-1" strike="noStrike">
                        <a:latin typeface="Times New Roman"/>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d4ea"/>
                    </a:solidFill>
                  </a:tcPr>
                </a:tc>
                <a:tc>
                  <a:txBody>
                    <a:bodyPr anchor="t">
                      <a:noAutofit/>
                    </a:bodyPr>
                    <a:p>
                      <a:pPr>
                        <a:lnSpc>
                          <a:spcPct val="100000"/>
                        </a:lnSpc>
                        <a:buNone/>
                      </a:pPr>
                      <a:r>
                        <a:rPr b="0" lang="es-CL" sz="1200" spc="-1" strike="noStrike">
                          <a:solidFill>
                            <a:srgbClr val="000000"/>
                          </a:solidFill>
                          <a:latin typeface="Times New Roman"/>
                        </a:rPr>
                        <a:t>Save changes</a:t>
                      </a:r>
                      <a:endParaRPr b="0" lang="es-CL" sz="1200" spc="-1" strike="noStrike">
                        <a:latin typeface="Times New Roman"/>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d4ea"/>
                    </a:solidFill>
                  </a:tcPr>
                </a:tc>
              </a:tr>
            </a:tbl>
          </a:graphicData>
        </a:graphic>
      </p:graphicFrame>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5" name="PlaceHolder 1"/>
          <p:cNvSpPr>
            <a:spLocks noGrp="1"/>
          </p:cNvSpPr>
          <p:nvPr>
            <p:ph type="title"/>
          </p:nvPr>
        </p:nvSpPr>
        <p:spPr>
          <a:xfrm>
            <a:off x="457200" y="704160"/>
            <a:ext cx="8218800" cy="492480"/>
          </a:xfrm>
          <a:prstGeom prst="rect">
            <a:avLst/>
          </a:prstGeom>
          <a:noFill/>
          <a:ln w="0">
            <a:noFill/>
          </a:ln>
        </p:spPr>
        <p:txBody>
          <a:bodyPr lIns="0" rIns="0" tIns="45000" bIns="0" anchor="b">
            <a:normAutofit fontScale="73000"/>
          </a:bodyPr>
          <a:p>
            <a:pPr>
              <a:lnSpc>
                <a:spcPct val="100000"/>
              </a:lnSpc>
              <a:buNone/>
            </a:pPr>
            <a:r>
              <a:rPr b="0" lang="en-US" sz="4000" spc="-1" strike="noStrike">
                <a:solidFill>
                  <a:srgbClr val="04617b"/>
                </a:solidFill>
                <a:latin typeface="Calibri"/>
              </a:rPr>
              <a:t>Menu &amp; function description</a:t>
            </a:r>
            <a:endParaRPr b="0" lang="es-CL" sz="4000" spc="-1" strike="noStrike">
              <a:solidFill>
                <a:srgbClr val="000000"/>
              </a:solidFill>
              <a:latin typeface="Constantia"/>
            </a:endParaRPr>
          </a:p>
        </p:txBody>
      </p:sp>
      <p:graphicFrame>
        <p:nvGraphicFramePr>
          <p:cNvPr id="346" name="Tabla 11"/>
          <p:cNvGraphicFramePr/>
          <p:nvPr/>
        </p:nvGraphicFramePr>
        <p:xfrm>
          <a:off x="5292000" y="1196640"/>
          <a:ext cx="3528000" cy="5112360"/>
        </p:xfrm>
        <a:graphic>
          <a:graphicData uri="http://schemas.openxmlformats.org/drawingml/2006/table">
            <a:tbl>
              <a:tblPr/>
              <a:tblGrid>
                <a:gridCol w="360000"/>
                <a:gridCol w="3168000"/>
              </a:tblGrid>
              <a:tr h="451800">
                <a:tc>
                  <a:txBody>
                    <a:bodyPr anchor="ctr">
                      <a:noAutofit/>
                    </a:bodyPr>
                    <a:p>
                      <a:pPr algn="ctr">
                        <a:lnSpc>
                          <a:spcPct val="100000"/>
                        </a:lnSpc>
                        <a:buNone/>
                      </a:pPr>
                      <a:r>
                        <a:rPr b="1" lang="es-CL" sz="1200" spc="-1" strike="noStrike">
                          <a:solidFill>
                            <a:srgbClr val="ffffff"/>
                          </a:solidFill>
                          <a:latin typeface="Constantia"/>
                        </a:rPr>
                        <a:t>N°</a:t>
                      </a:r>
                      <a:endParaRPr b="0" lang="es-CL" sz="1200" spc="-1" strike="noStrike">
                        <a:latin typeface="Arial"/>
                      </a:endParaRPr>
                    </a:p>
                  </a:txBody>
                  <a:tcPr anchor="ctr" marL="91440" marR="91440">
                    <a:lnL w="12240">
                      <a:solidFill>
                        <a:srgbClr val="ffffff"/>
                      </a:solidFill>
                    </a:lnL>
                    <a:lnR w="12240">
                      <a:solidFill>
                        <a:srgbClr val="ffffff"/>
                      </a:solidFill>
                    </a:lnR>
                    <a:lnT w="12240">
                      <a:solidFill>
                        <a:srgbClr val="ffffff"/>
                      </a:solidFill>
                    </a:lnT>
                    <a:lnB w="38160">
                      <a:solidFill>
                        <a:srgbClr val="ffffff"/>
                      </a:solidFill>
                    </a:lnB>
                    <a:solidFill>
                      <a:srgbClr val="0f6fc6"/>
                    </a:solidFill>
                  </a:tcPr>
                </a:tc>
                <a:tc>
                  <a:txBody>
                    <a:bodyPr anchor="ctr">
                      <a:noAutofit/>
                    </a:bodyPr>
                    <a:p>
                      <a:pPr algn="ctr">
                        <a:lnSpc>
                          <a:spcPct val="100000"/>
                        </a:lnSpc>
                        <a:buNone/>
                      </a:pPr>
                      <a:r>
                        <a:rPr b="0" lang="es-CL" sz="1200" spc="-1" strike="noStrike">
                          <a:solidFill>
                            <a:srgbClr val="ffffff"/>
                          </a:solidFill>
                          <a:latin typeface="Constantia"/>
                        </a:rPr>
                        <a:t>Description</a:t>
                      </a:r>
                      <a:endParaRPr b="0" lang="es-CL" sz="1200" spc="-1" strike="noStrike">
                        <a:latin typeface="Arial"/>
                      </a:endParaRPr>
                    </a:p>
                  </a:txBody>
                  <a:tcPr anchor="ctr" marL="91440" marR="91440">
                    <a:lnL w="12240">
                      <a:solidFill>
                        <a:srgbClr val="ffffff"/>
                      </a:solidFill>
                    </a:lnL>
                    <a:lnR w="12240">
                      <a:solidFill>
                        <a:srgbClr val="ffffff"/>
                      </a:solidFill>
                    </a:lnR>
                    <a:lnT w="12240">
                      <a:solidFill>
                        <a:srgbClr val="ffffff"/>
                      </a:solidFill>
                    </a:lnT>
                    <a:lnB w="38160">
                      <a:solidFill>
                        <a:srgbClr val="ffffff"/>
                      </a:solidFill>
                    </a:lnB>
                    <a:solidFill>
                      <a:srgbClr val="0f6fc6"/>
                    </a:solidFill>
                  </a:tcPr>
                </a:tc>
              </a:tr>
              <a:tr h="270360">
                <a:tc>
                  <a:txBody>
                    <a:bodyPr anchor="t">
                      <a:noAutofit/>
                    </a:bodyPr>
                    <a:p>
                      <a:pPr algn="ctr">
                        <a:lnSpc>
                          <a:spcPct val="100000"/>
                        </a:lnSpc>
                        <a:buNone/>
                      </a:pPr>
                      <a:r>
                        <a:rPr b="0" lang="es-CL" sz="1200" spc="-1" strike="noStrike">
                          <a:solidFill>
                            <a:srgbClr val="000000"/>
                          </a:solidFill>
                          <a:latin typeface="Constantia"/>
                        </a:rPr>
                        <a:t>1</a:t>
                      </a:r>
                      <a:endParaRPr b="0" lang="es-CL" sz="12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d4ea"/>
                    </a:solidFill>
                  </a:tcPr>
                </a:tc>
                <a:tc>
                  <a:txBody>
                    <a:bodyPr anchor="t">
                      <a:noAutofit/>
                    </a:bodyPr>
                    <a:p>
                      <a:pPr>
                        <a:lnSpc>
                          <a:spcPct val="100000"/>
                        </a:lnSpc>
                        <a:buNone/>
                      </a:pPr>
                      <a:r>
                        <a:rPr b="0" lang="en-US" sz="800" spc="-1" strike="noStrike">
                          <a:solidFill>
                            <a:srgbClr val="000000"/>
                          </a:solidFill>
                          <a:latin typeface="Constantia"/>
                        </a:rPr>
                        <a:t>Banner – Displays the program and its information</a:t>
                      </a:r>
                      <a:endParaRPr b="0" lang="es-CL" sz="8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d4ea"/>
                    </a:solidFill>
                  </a:tcPr>
                </a:tc>
              </a:tr>
              <a:tr h="345600">
                <a:tc>
                  <a:txBody>
                    <a:bodyPr anchor="t">
                      <a:noAutofit/>
                    </a:bodyPr>
                    <a:p>
                      <a:pPr algn="ctr">
                        <a:lnSpc>
                          <a:spcPct val="100000"/>
                        </a:lnSpc>
                        <a:buNone/>
                      </a:pPr>
                      <a:r>
                        <a:rPr b="0" lang="es-CL" sz="1200" spc="-1" strike="noStrike">
                          <a:solidFill>
                            <a:srgbClr val="000000"/>
                          </a:solidFill>
                          <a:latin typeface="Constantia"/>
                        </a:rPr>
                        <a:t>2</a:t>
                      </a:r>
                      <a:endParaRPr b="0" lang="es-CL" sz="12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7ebf4"/>
                    </a:solidFill>
                  </a:tcPr>
                </a:tc>
                <a:tc>
                  <a:txBody>
                    <a:bodyPr anchor="t">
                      <a:noAutofit/>
                    </a:bodyPr>
                    <a:p>
                      <a:pPr>
                        <a:lnSpc>
                          <a:spcPct val="100000"/>
                        </a:lnSpc>
                        <a:buNone/>
                      </a:pPr>
                      <a:r>
                        <a:rPr b="0" lang="es-CL" sz="800" spc="-1" strike="noStrike">
                          <a:solidFill>
                            <a:srgbClr val="000000"/>
                          </a:solidFill>
                          <a:latin typeface="Constantia"/>
                        </a:rPr>
                        <a:t>Visual guide arrow</a:t>
                      </a:r>
                      <a:endParaRPr b="0" lang="es-CL" sz="8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7ebf4"/>
                    </a:solidFill>
                  </a:tcPr>
                </a:tc>
              </a:tr>
              <a:tr h="345600">
                <a:tc>
                  <a:txBody>
                    <a:bodyPr anchor="t">
                      <a:noAutofit/>
                    </a:bodyPr>
                    <a:p>
                      <a:pPr algn="ctr">
                        <a:lnSpc>
                          <a:spcPct val="100000"/>
                        </a:lnSpc>
                        <a:buNone/>
                      </a:pPr>
                      <a:r>
                        <a:rPr b="0" lang="es-CL" sz="1200" spc="-1" strike="noStrike">
                          <a:solidFill>
                            <a:srgbClr val="000000"/>
                          </a:solidFill>
                          <a:latin typeface="Constantia"/>
                        </a:rPr>
                        <a:t>3</a:t>
                      </a:r>
                      <a:endParaRPr b="0" lang="es-CL" sz="12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d4ea"/>
                    </a:solidFill>
                  </a:tcPr>
                </a:tc>
                <a:tc>
                  <a:txBody>
                    <a:bodyPr anchor="t">
                      <a:noAutofit/>
                    </a:bodyPr>
                    <a:p>
                      <a:pPr>
                        <a:lnSpc>
                          <a:spcPct val="100000"/>
                        </a:lnSpc>
                        <a:buNone/>
                      </a:pPr>
                      <a:r>
                        <a:rPr b="0" lang="es-CL" sz="800" spc="-1" strike="noStrike">
                          <a:solidFill>
                            <a:srgbClr val="000000"/>
                          </a:solidFill>
                          <a:latin typeface="Constantia"/>
                        </a:rPr>
                        <a:t>Visual guide arrow</a:t>
                      </a:r>
                      <a:endParaRPr b="0" lang="es-CL" sz="8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d4ea"/>
                    </a:solidFill>
                  </a:tcPr>
                </a:tc>
              </a:tr>
              <a:tr h="270360">
                <a:tc>
                  <a:txBody>
                    <a:bodyPr anchor="t">
                      <a:noAutofit/>
                    </a:bodyPr>
                    <a:p>
                      <a:pPr algn="ctr">
                        <a:lnSpc>
                          <a:spcPct val="100000"/>
                        </a:lnSpc>
                        <a:buNone/>
                      </a:pPr>
                      <a:r>
                        <a:rPr b="0" lang="es-CL" sz="1200" spc="-1" strike="noStrike">
                          <a:solidFill>
                            <a:srgbClr val="000000"/>
                          </a:solidFill>
                          <a:latin typeface="Constantia"/>
                        </a:rPr>
                        <a:t>4</a:t>
                      </a:r>
                      <a:endParaRPr b="0" lang="es-CL" sz="12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7ebf4"/>
                    </a:solidFill>
                  </a:tcPr>
                </a:tc>
                <a:tc>
                  <a:txBody>
                    <a:bodyPr anchor="t">
                      <a:noAutofit/>
                    </a:bodyPr>
                    <a:p>
                      <a:pPr>
                        <a:lnSpc>
                          <a:spcPct val="100000"/>
                        </a:lnSpc>
                        <a:buNone/>
                      </a:pPr>
                      <a:r>
                        <a:rPr b="0" lang="en-US" sz="800" spc="-1" strike="noStrike">
                          <a:solidFill>
                            <a:srgbClr val="000000"/>
                          </a:solidFill>
                          <a:latin typeface="Constantia"/>
                        </a:rPr>
                        <a:t>Redirects the view to the program</a:t>
                      </a:r>
                      <a:endParaRPr b="0" lang="es-CL" sz="8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7ebf4"/>
                    </a:solidFill>
                  </a:tcPr>
                </a:tc>
              </a:tr>
              <a:tr h="270360">
                <a:tc>
                  <a:txBody>
                    <a:bodyPr anchor="t">
                      <a:noAutofit/>
                    </a:bodyPr>
                    <a:p>
                      <a:pPr algn="ctr">
                        <a:lnSpc>
                          <a:spcPct val="100000"/>
                        </a:lnSpc>
                        <a:buNone/>
                      </a:pPr>
                      <a:r>
                        <a:rPr b="0" lang="es-CL" sz="1200" spc="-1" strike="noStrike">
                          <a:solidFill>
                            <a:srgbClr val="000000"/>
                          </a:solidFill>
                          <a:latin typeface="Constantia"/>
                        </a:rPr>
                        <a:t>5</a:t>
                      </a:r>
                      <a:endParaRPr b="0" lang="es-CL" sz="12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d4ea"/>
                    </a:solidFill>
                  </a:tcPr>
                </a:tc>
                <a:tc>
                  <a:txBody>
                    <a:bodyPr anchor="t">
                      <a:noAutofit/>
                    </a:bodyPr>
                    <a:p>
                      <a:pPr>
                        <a:lnSpc>
                          <a:spcPct val="100000"/>
                        </a:lnSpc>
                        <a:buNone/>
                      </a:pPr>
                      <a:r>
                        <a:rPr b="0" lang="en-US" sz="800" spc="-1" strike="noStrike">
                          <a:solidFill>
                            <a:srgbClr val="000000"/>
                          </a:solidFill>
                          <a:latin typeface="Constantia"/>
                        </a:rPr>
                        <a:t>Show your position in the program list banner</a:t>
                      </a:r>
                      <a:endParaRPr b="0" lang="es-CL" sz="8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d4ea"/>
                    </a:solidFill>
                  </a:tcPr>
                </a:tc>
              </a:tr>
              <a:tr h="270360">
                <a:tc>
                  <a:txBody>
                    <a:bodyPr anchor="t">
                      <a:noAutofit/>
                    </a:bodyPr>
                    <a:p>
                      <a:pPr algn="ctr">
                        <a:lnSpc>
                          <a:spcPct val="100000"/>
                        </a:lnSpc>
                        <a:buNone/>
                      </a:pPr>
                      <a:r>
                        <a:rPr b="0" lang="es-CL" sz="1200" spc="-1" strike="noStrike">
                          <a:solidFill>
                            <a:srgbClr val="000000"/>
                          </a:solidFill>
                          <a:latin typeface="Constantia"/>
                        </a:rPr>
                        <a:t>6</a:t>
                      </a:r>
                      <a:endParaRPr b="0" lang="es-CL" sz="12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7ebf4"/>
                    </a:solidFill>
                  </a:tcPr>
                </a:tc>
                <a:tc>
                  <a:txBody>
                    <a:bodyPr anchor="t">
                      <a:noAutofit/>
                    </a:bodyPr>
                    <a:p>
                      <a:pPr>
                        <a:lnSpc>
                          <a:spcPct val="100000"/>
                        </a:lnSpc>
                        <a:buNone/>
                      </a:pPr>
                      <a:r>
                        <a:rPr b="0" lang="es-CL" sz="800" spc="-1" strike="noStrike">
                          <a:solidFill>
                            <a:srgbClr val="000000"/>
                          </a:solidFill>
                          <a:latin typeface="Constantia"/>
                        </a:rPr>
                        <a:t>List of Live programs</a:t>
                      </a:r>
                      <a:endParaRPr b="0" lang="es-CL" sz="8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7ebf4"/>
                    </a:solidFill>
                  </a:tcPr>
                </a:tc>
              </a:tr>
              <a:tr h="270360">
                <a:tc>
                  <a:txBody>
                    <a:bodyPr anchor="t">
                      <a:noAutofit/>
                    </a:bodyPr>
                    <a:p>
                      <a:pPr algn="ctr">
                        <a:lnSpc>
                          <a:spcPct val="100000"/>
                        </a:lnSpc>
                        <a:buNone/>
                      </a:pPr>
                      <a:r>
                        <a:rPr b="0" lang="es-CL" sz="1200" spc="-1" strike="noStrike">
                          <a:solidFill>
                            <a:srgbClr val="000000"/>
                          </a:solidFill>
                          <a:latin typeface="Constantia"/>
                        </a:rPr>
                        <a:t>7</a:t>
                      </a:r>
                      <a:endParaRPr b="0" lang="es-CL" sz="12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d4ea"/>
                    </a:solidFill>
                  </a:tcPr>
                </a:tc>
                <a:tc>
                  <a:txBody>
                    <a:bodyPr anchor="t">
                      <a:noAutofit/>
                    </a:bodyPr>
                    <a:p>
                      <a:pPr>
                        <a:lnSpc>
                          <a:spcPct val="100000"/>
                        </a:lnSpc>
                        <a:buNone/>
                      </a:pPr>
                      <a:r>
                        <a:rPr b="0" lang="en-US" sz="800" spc="-1" strike="noStrike">
                          <a:solidFill>
                            <a:srgbClr val="000000"/>
                          </a:solidFill>
                          <a:latin typeface="Constantia"/>
                        </a:rPr>
                        <a:t>When you enter one, it will play the live that is in focus.</a:t>
                      </a:r>
                      <a:endParaRPr b="0" lang="es-CL" sz="8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d4ea"/>
                    </a:solidFill>
                  </a:tcPr>
                </a:tc>
              </a:tr>
              <a:tr h="270360">
                <a:tc>
                  <a:txBody>
                    <a:bodyPr anchor="t">
                      <a:noAutofit/>
                    </a:bodyPr>
                    <a:p>
                      <a:pPr algn="ctr">
                        <a:lnSpc>
                          <a:spcPct val="100000"/>
                        </a:lnSpc>
                        <a:buNone/>
                      </a:pPr>
                      <a:r>
                        <a:rPr b="0" lang="es-CL" sz="1200" spc="-1" strike="noStrike">
                          <a:solidFill>
                            <a:srgbClr val="000000"/>
                          </a:solidFill>
                          <a:latin typeface="Constantia"/>
                        </a:rPr>
                        <a:t>8</a:t>
                      </a:r>
                      <a:endParaRPr b="0" lang="es-CL" sz="12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7ebf4"/>
                    </a:solidFill>
                  </a:tcPr>
                </a:tc>
                <a:tc>
                  <a:txBody>
                    <a:bodyPr anchor="t">
                      <a:noAutofit/>
                    </a:bodyPr>
                    <a:p>
                      <a:pPr>
                        <a:lnSpc>
                          <a:spcPct val="100000"/>
                        </a:lnSpc>
                        <a:buNone/>
                      </a:pPr>
                      <a:r>
                        <a:rPr b="0" lang="es-CL" sz="800" spc="-1" strike="noStrike">
                          <a:solidFill>
                            <a:srgbClr val="000000"/>
                          </a:solidFill>
                          <a:latin typeface="Constantia"/>
                        </a:rPr>
                        <a:t>List of featured programs</a:t>
                      </a:r>
                      <a:endParaRPr b="0" lang="es-CL" sz="8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7ebf4"/>
                    </a:solidFill>
                  </a:tcPr>
                </a:tc>
              </a:tr>
              <a:tr h="345600">
                <a:tc>
                  <a:txBody>
                    <a:bodyPr anchor="t">
                      <a:noAutofit/>
                    </a:bodyPr>
                    <a:p>
                      <a:pPr algn="ctr">
                        <a:lnSpc>
                          <a:spcPct val="100000"/>
                        </a:lnSpc>
                        <a:buNone/>
                      </a:pPr>
                      <a:r>
                        <a:rPr b="0" lang="es-CL" sz="1200" spc="-1" strike="noStrike">
                          <a:solidFill>
                            <a:srgbClr val="000000"/>
                          </a:solidFill>
                          <a:latin typeface="Constantia"/>
                        </a:rPr>
                        <a:t>9</a:t>
                      </a:r>
                      <a:endParaRPr b="0" lang="es-CL" sz="12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d4ea"/>
                    </a:solidFill>
                  </a:tcPr>
                </a:tc>
                <a:tc>
                  <a:txBody>
                    <a:bodyPr anchor="t">
                      <a:noAutofit/>
                    </a:bodyPr>
                    <a:p>
                      <a:pPr>
                        <a:lnSpc>
                          <a:spcPct val="100000"/>
                        </a:lnSpc>
                        <a:buNone/>
                      </a:pPr>
                      <a:r>
                        <a:rPr b="0" lang="en-US" sz="800" spc="-1" strike="noStrike">
                          <a:solidFill>
                            <a:srgbClr val="000000"/>
                          </a:solidFill>
                          <a:latin typeface="Constantia"/>
                        </a:rPr>
                        <a:t>When entering a redirects to the view of the program that is in focus</a:t>
                      </a:r>
                      <a:endParaRPr b="0" lang="es-CL" sz="8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d4ea"/>
                    </a:solidFill>
                  </a:tcPr>
                </a:tc>
              </a:tr>
              <a:tr h="448920">
                <a:tc>
                  <a:txBody>
                    <a:bodyPr anchor="t">
                      <a:noAutofit/>
                    </a:bodyPr>
                    <a:p>
                      <a:pPr algn="ctr">
                        <a:lnSpc>
                          <a:spcPct val="100000"/>
                        </a:lnSpc>
                        <a:buNone/>
                      </a:pPr>
                      <a:r>
                        <a:rPr b="0" lang="es-CL" sz="1200" spc="-1" strike="noStrike">
                          <a:solidFill>
                            <a:srgbClr val="000000"/>
                          </a:solidFill>
                          <a:latin typeface="Constantia"/>
                        </a:rPr>
                        <a:t>10</a:t>
                      </a:r>
                      <a:endParaRPr b="0" lang="es-CL" sz="12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7ebf4"/>
                    </a:solidFill>
                  </a:tcPr>
                </a:tc>
                <a:tc>
                  <a:txBody>
                    <a:bodyPr anchor="t">
                      <a:noAutofit/>
                    </a:bodyPr>
                    <a:p>
                      <a:pPr>
                        <a:lnSpc>
                          <a:spcPct val="100000"/>
                        </a:lnSpc>
                        <a:buNone/>
                      </a:pPr>
                      <a:r>
                        <a:rPr b="0" lang="es-CL" sz="800" spc="-1" strike="noStrike">
                          <a:solidFill>
                            <a:srgbClr val="000000"/>
                          </a:solidFill>
                          <a:latin typeface="Constantia"/>
                        </a:rPr>
                        <a:t>Visual guide arrow</a:t>
                      </a:r>
                      <a:endParaRPr b="0" lang="es-CL" sz="8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7ebf4"/>
                    </a:solidFill>
                  </a:tcPr>
                </a:tc>
              </a:tr>
              <a:tr h="448920">
                <a:tc>
                  <a:txBody>
                    <a:bodyPr anchor="t">
                      <a:noAutofit/>
                    </a:bodyPr>
                    <a:p>
                      <a:pPr algn="ctr">
                        <a:lnSpc>
                          <a:spcPct val="100000"/>
                        </a:lnSpc>
                        <a:buNone/>
                      </a:pPr>
                      <a:r>
                        <a:rPr b="0" lang="es-CL" sz="1200" spc="-1" strike="noStrike">
                          <a:solidFill>
                            <a:srgbClr val="000000"/>
                          </a:solidFill>
                          <a:latin typeface="Constantia"/>
                        </a:rPr>
                        <a:t>11</a:t>
                      </a:r>
                      <a:endParaRPr b="0" lang="es-CL" sz="12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d4ea"/>
                    </a:solidFill>
                  </a:tcPr>
                </a:tc>
                <a:tc>
                  <a:txBody>
                    <a:bodyPr anchor="t">
                      <a:noAutofit/>
                    </a:bodyPr>
                    <a:p>
                      <a:pPr>
                        <a:lnSpc>
                          <a:spcPct val="100000"/>
                        </a:lnSpc>
                        <a:buNone/>
                      </a:pPr>
                      <a:r>
                        <a:rPr b="0" lang="es-CL" sz="800" spc="-1" strike="noStrike">
                          <a:solidFill>
                            <a:srgbClr val="000000"/>
                          </a:solidFill>
                          <a:latin typeface="Constantia"/>
                        </a:rPr>
                        <a:t>Visual guide arrow</a:t>
                      </a:r>
                      <a:endParaRPr b="0" lang="es-CL" sz="8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d4ea"/>
                    </a:solidFill>
                  </a:tcPr>
                </a:tc>
              </a:tr>
              <a:tr h="475200">
                <a:tc>
                  <a:txBody>
                    <a:bodyPr anchor="t">
                      <a:noAutofit/>
                    </a:bodyPr>
                    <a:p>
                      <a:pPr algn="ctr">
                        <a:lnSpc>
                          <a:spcPct val="100000"/>
                        </a:lnSpc>
                        <a:buNone/>
                      </a:pPr>
                      <a:r>
                        <a:rPr b="0" lang="es-CL" sz="1200" spc="-1" strike="noStrike">
                          <a:solidFill>
                            <a:srgbClr val="000000"/>
                          </a:solidFill>
                          <a:latin typeface="Constantia"/>
                        </a:rPr>
                        <a:t>12</a:t>
                      </a:r>
                      <a:endParaRPr b="0" lang="es-CL" sz="12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7ebf4"/>
                    </a:solidFill>
                  </a:tcPr>
                </a:tc>
                <a:tc>
                  <a:txBody>
                    <a:bodyPr anchor="t">
                      <a:noAutofit/>
                    </a:bodyPr>
                    <a:p>
                      <a:pPr>
                        <a:lnSpc>
                          <a:spcPct val="100000"/>
                        </a:lnSpc>
                        <a:buNone/>
                      </a:pPr>
                      <a:r>
                        <a:rPr b="0" lang="en-US" sz="800" spc="-1" strike="noStrike">
                          <a:solidFill>
                            <a:srgbClr val="000000"/>
                          </a:solidFill>
                          <a:latin typeface="Constantia"/>
                        </a:rPr>
                        <a:t>List of normal programs, each showing its categorization</a:t>
                      </a:r>
                      <a:endParaRPr b="0" lang="es-CL" sz="8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7ebf4"/>
                    </a:solidFill>
                  </a:tcPr>
                </a:tc>
              </a:tr>
              <a:tr h="475200">
                <a:tc>
                  <a:txBody>
                    <a:bodyPr anchor="t">
                      <a:noAutofit/>
                    </a:bodyPr>
                    <a:p>
                      <a:pPr algn="ctr">
                        <a:lnSpc>
                          <a:spcPct val="100000"/>
                        </a:lnSpc>
                        <a:buNone/>
                      </a:pPr>
                      <a:r>
                        <a:rPr b="0" lang="es-CL" sz="1200" spc="-1" strike="noStrike">
                          <a:solidFill>
                            <a:srgbClr val="000000"/>
                          </a:solidFill>
                          <a:latin typeface="Constantia"/>
                        </a:rPr>
                        <a:t>13</a:t>
                      </a:r>
                      <a:endParaRPr b="0" lang="es-CL" sz="12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d4ea"/>
                    </a:solidFill>
                  </a:tcPr>
                </a:tc>
                <a:tc>
                  <a:txBody>
                    <a:bodyPr anchor="t">
                      <a:noAutofit/>
                    </a:bodyPr>
                    <a:p>
                      <a:pPr>
                        <a:lnSpc>
                          <a:spcPct val="100000"/>
                        </a:lnSpc>
                        <a:buNone/>
                      </a:pPr>
                      <a:r>
                        <a:rPr b="0" lang="en-US" sz="800" spc="-1" strike="noStrike">
                          <a:solidFill>
                            <a:srgbClr val="000000"/>
                          </a:solidFill>
                          <a:latin typeface="Constantia"/>
                        </a:rPr>
                        <a:t>When entering one it redirects to the view of the program that is in focus</a:t>
                      </a:r>
                      <a:endParaRPr b="0" lang="es-CL" sz="800" spc="-1" strike="noStrike">
                        <a:latin typeface="Arial"/>
                      </a:endParaRPr>
                    </a:p>
                    <a:p>
                      <a:pPr>
                        <a:lnSpc>
                          <a:spcPct val="100000"/>
                        </a:lnSpc>
                        <a:buNone/>
                      </a:pPr>
                      <a:endParaRPr b="0" lang="es-CL" sz="8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d4ea"/>
                    </a:solidFill>
                  </a:tcPr>
                </a:tc>
              </a:tr>
              <a:tr h="448920">
                <a:tc>
                  <a:txBody>
                    <a:bodyPr anchor="t">
                      <a:noAutofit/>
                    </a:bodyPr>
                    <a:p>
                      <a:pPr algn="ctr">
                        <a:lnSpc>
                          <a:spcPct val="100000"/>
                        </a:lnSpc>
                        <a:buNone/>
                      </a:pPr>
                      <a:r>
                        <a:rPr b="0" lang="es-CL" sz="1200" spc="-1" strike="noStrike">
                          <a:solidFill>
                            <a:srgbClr val="000000"/>
                          </a:solidFill>
                          <a:latin typeface="Constantia"/>
                        </a:rPr>
                        <a:t>14</a:t>
                      </a:r>
                      <a:endParaRPr b="0" lang="es-CL" sz="12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7ebf4"/>
                    </a:solidFill>
                  </a:tcPr>
                </a:tc>
                <a:tc>
                  <a:txBody>
                    <a:bodyPr anchor="t">
                      <a:noAutofit/>
                    </a:bodyPr>
                    <a:p>
                      <a:pPr>
                        <a:lnSpc>
                          <a:spcPct val="100000"/>
                        </a:lnSpc>
                        <a:buNone/>
                      </a:pPr>
                      <a:r>
                        <a:rPr b="0" lang="es-CL" sz="800" spc="-1" strike="noStrike">
                          <a:solidFill>
                            <a:srgbClr val="000000"/>
                          </a:solidFill>
                          <a:latin typeface="Constantia"/>
                        </a:rPr>
                        <a:t>Visual guide arrow</a:t>
                      </a:r>
                      <a:endParaRPr b="0" lang="es-CL" sz="8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7ebf4"/>
                    </a:solidFill>
                  </a:tcPr>
                </a:tc>
              </a:tr>
              <a:tr h="448920">
                <a:tc>
                  <a:txBody>
                    <a:bodyPr anchor="t">
                      <a:noAutofit/>
                    </a:bodyPr>
                    <a:p>
                      <a:pPr algn="ctr">
                        <a:lnSpc>
                          <a:spcPct val="100000"/>
                        </a:lnSpc>
                        <a:buNone/>
                      </a:pPr>
                      <a:r>
                        <a:rPr b="0" lang="es-CL" sz="1200" spc="-1" strike="noStrike">
                          <a:solidFill>
                            <a:srgbClr val="000000"/>
                          </a:solidFill>
                          <a:latin typeface="Constantia"/>
                        </a:rPr>
                        <a:t>15</a:t>
                      </a:r>
                      <a:endParaRPr b="0" lang="es-CL" sz="12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d4ea"/>
                    </a:solidFill>
                  </a:tcPr>
                </a:tc>
                <a:tc>
                  <a:txBody>
                    <a:bodyPr anchor="t">
                      <a:noAutofit/>
                    </a:bodyPr>
                    <a:p>
                      <a:pPr>
                        <a:lnSpc>
                          <a:spcPct val="100000"/>
                        </a:lnSpc>
                        <a:buNone/>
                      </a:pPr>
                      <a:r>
                        <a:rPr b="0" lang="es-CL" sz="800" spc="-1" strike="noStrike">
                          <a:solidFill>
                            <a:srgbClr val="000000"/>
                          </a:solidFill>
                          <a:latin typeface="Constantia"/>
                        </a:rPr>
                        <a:t>Visual guide arrow</a:t>
                      </a:r>
                      <a:endParaRPr b="0" lang="es-CL" sz="8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d4ea"/>
                    </a:solidFill>
                  </a:tcPr>
                </a:tc>
              </a:tr>
            </a:tbl>
          </a:graphicData>
        </a:graphic>
      </p:graphicFrame>
      <p:pic>
        <p:nvPicPr>
          <p:cNvPr id="347" name="Imagen 8" descr=""/>
          <p:cNvPicPr/>
          <p:nvPr/>
        </p:nvPicPr>
        <p:blipFill>
          <a:blip r:embed="rId1"/>
          <a:stretch/>
        </p:blipFill>
        <p:spPr>
          <a:xfrm>
            <a:off x="107640" y="1196640"/>
            <a:ext cx="5184360" cy="5220000"/>
          </a:xfrm>
          <a:prstGeom prst="rect">
            <a:avLst/>
          </a:prstGeom>
          <a:ln w="0">
            <a:noFill/>
          </a:ln>
        </p:spPr>
      </p:pic>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8" name="PlaceHolder 1"/>
          <p:cNvSpPr>
            <a:spLocks noGrp="1"/>
          </p:cNvSpPr>
          <p:nvPr>
            <p:ph type="title"/>
          </p:nvPr>
        </p:nvSpPr>
        <p:spPr>
          <a:xfrm>
            <a:off x="457200" y="704160"/>
            <a:ext cx="8218800" cy="492480"/>
          </a:xfrm>
          <a:prstGeom prst="rect">
            <a:avLst/>
          </a:prstGeom>
          <a:noFill/>
          <a:ln w="0">
            <a:noFill/>
          </a:ln>
        </p:spPr>
        <p:txBody>
          <a:bodyPr lIns="0" rIns="0" tIns="45000" bIns="0" anchor="b">
            <a:normAutofit fontScale="73000"/>
          </a:bodyPr>
          <a:p>
            <a:pPr>
              <a:lnSpc>
                <a:spcPct val="100000"/>
              </a:lnSpc>
              <a:buNone/>
            </a:pPr>
            <a:r>
              <a:rPr b="0" lang="en-US" sz="4000" spc="-1" strike="noStrike">
                <a:solidFill>
                  <a:srgbClr val="04617b"/>
                </a:solidFill>
                <a:latin typeface="Calibri"/>
              </a:rPr>
              <a:t>Menu &amp; function description</a:t>
            </a:r>
            <a:endParaRPr b="0" lang="es-CL" sz="4000" spc="-1" strike="noStrike">
              <a:solidFill>
                <a:srgbClr val="000000"/>
              </a:solidFill>
              <a:latin typeface="Constantia"/>
            </a:endParaRPr>
          </a:p>
        </p:txBody>
      </p:sp>
      <p:pic>
        <p:nvPicPr>
          <p:cNvPr id="349" name="Imagen 5" descr=""/>
          <p:cNvPicPr/>
          <p:nvPr/>
        </p:nvPicPr>
        <p:blipFill>
          <a:blip r:embed="rId1"/>
          <a:stretch/>
        </p:blipFill>
        <p:spPr>
          <a:xfrm>
            <a:off x="323640" y="1256400"/>
            <a:ext cx="8348040" cy="4332240"/>
          </a:xfrm>
          <a:prstGeom prst="rect">
            <a:avLst/>
          </a:prstGeom>
          <a:ln w="0">
            <a:noFill/>
          </a:ln>
        </p:spPr>
      </p:pic>
      <p:graphicFrame>
        <p:nvGraphicFramePr>
          <p:cNvPr id="350" name="Tabla 11"/>
          <p:cNvGraphicFramePr/>
          <p:nvPr/>
        </p:nvGraphicFramePr>
        <p:xfrm>
          <a:off x="4189320" y="4509000"/>
          <a:ext cx="4482000" cy="1346400"/>
        </p:xfrm>
        <a:graphic>
          <a:graphicData uri="http://schemas.openxmlformats.org/drawingml/2006/table">
            <a:tbl>
              <a:tblPr/>
              <a:tblGrid>
                <a:gridCol w="454320"/>
                <a:gridCol w="4027680"/>
              </a:tblGrid>
              <a:tr h="402480">
                <a:tc>
                  <a:txBody>
                    <a:bodyPr anchor="ctr">
                      <a:noAutofit/>
                    </a:bodyPr>
                    <a:p>
                      <a:pPr algn="ctr">
                        <a:lnSpc>
                          <a:spcPct val="100000"/>
                        </a:lnSpc>
                        <a:buNone/>
                      </a:pPr>
                      <a:r>
                        <a:rPr b="1" lang="es-CL" sz="1200" spc="-1" strike="noStrike">
                          <a:solidFill>
                            <a:srgbClr val="ffffff"/>
                          </a:solidFill>
                          <a:latin typeface="Constantia"/>
                        </a:rPr>
                        <a:t>N°</a:t>
                      </a:r>
                      <a:endParaRPr b="0" lang="es-CL" sz="1200" spc="-1" strike="noStrike">
                        <a:latin typeface="Arial"/>
                      </a:endParaRPr>
                    </a:p>
                  </a:txBody>
                  <a:tcPr anchor="ctr" marL="91440" marR="91440">
                    <a:lnL w="12240">
                      <a:solidFill>
                        <a:srgbClr val="ffffff"/>
                      </a:solidFill>
                    </a:lnL>
                    <a:lnR w="12240">
                      <a:solidFill>
                        <a:srgbClr val="ffffff"/>
                      </a:solidFill>
                    </a:lnR>
                    <a:lnT w="12240">
                      <a:solidFill>
                        <a:srgbClr val="ffffff"/>
                      </a:solidFill>
                    </a:lnT>
                    <a:lnB w="38160">
                      <a:solidFill>
                        <a:srgbClr val="ffffff"/>
                      </a:solidFill>
                    </a:lnB>
                    <a:solidFill>
                      <a:srgbClr val="0f6fc6"/>
                    </a:solidFill>
                  </a:tcPr>
                </a:tc>
                <a:tc>
                  <a:txBody>
                    <a:bodyPr anchor="ctr">
                      <a:noAutofit/>
                    </a:bodyPr>
                    <a:p>
                      <a:pPr algn="ctr">
                        <a:lnSpc>
                          <a:spcPct val="100000"/>
                        </a:lnSpc>
                        <a:buNone/>
                      </a:pPr>
                      <a:r>
                        <a:rPr b="0" lang="es-CL" sz="1200" spc="-1" strike="noStrike">
                          <a:solidFill>
                            <a:srgbClr val="ffffff"/>
                          </a:solidFill>
                          <a:latin typeface="Constantia"/>
                        </a:rPr>
                        <a:t>Description</a:t>
                      </a:r>
                      <a:endParaRPr b="0" lang="es-CL" sz="1200" spc="-1" strike="noStrike">
                        <a:latin typeface="Arial"/>
                      </a:endParaRPr>
                    </a:p>
                  </a:txBody>
                  <a:tcPr anchor="ctr" marL="91440" marR="91440">
                    <a:lnL w="12240">
                      <a:solidFill>
                        <a:srgbClr val="ffffff"/>
                      </a:solidFill>
                    </a:lnL>
                    <a:lnR w="12240">
                      <a:solidFill>
                        <a:srgbClr val="ffffff"/>
                      </a:solidFill>
                    </a:lnR>
                    <a:lnT w="12240">
                      <a:solidFill>
                        <a:srgbClr val="ffffff"/>
                      </a:solidFill>
                    </a:lnT>
                    <a:lnB w="38160">
                      <a:solidFill>
                        <a:srgbClr val="ffffff"/>
                      </a:solidFill>
                    </a:lnB>
                    <a:solidFill>
                      <a:srgbClr val="0f6fc6"/>
                    </a:solidFill>
                  </a:tcPr>
                </a:tc>
              </a:tr>
              <a:tr h="295200">
                <a:tc>
                  <a:txBody>
                    <a:bodyPr anchor="t">
                      <a:noAutofit/>
                    </a:bodyPr>
                    <a:p>
                      <a:pPr algn="ctr">
                        <a:lnSpc>
                          <a:spcPct val="100000"/>
                        </a:lnSpc>
                        <a:buNone/>
                      </a:pPr>
                      <a:r>
                        <a:rPr b="0" lang="es-CL" sz="1200" spc="-1" strike="noStrike">
                          <a:solidFill>
                            <a:srgbClr val="000000"/>
                          </a:solidFill>
                          <a:latin typeface="Constantia"/>
                        </a:rPr>
                        <a:t>1</a:t>
                      </a:r>
                      <a:endParaRPr b="0" lang="es-CL" sz="12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d4ea"/>
                    </a:solidFill>
                  </a:tcPr>
                </a:tc>
                <a:tc>
                  <a:txBody>
                    <a:bodyPr anchor="t">
                      <a:noAutofit/>
                    </a:bodyPr>
                    <a:p>
                      <a:pPr>
                        <a:lnSpc>
                          <a:spcPct val="100000"/>
                        </a:lnSpc>
                        <a:buNone/>
                      </a:pPr>
                      <a:r>
                        <a:rPr b="0" lang="en-US" sz="800" spc="-1" strike="noStrike">
                          <a:solidFill>
                            <a:srgbClr val="000000"/>
                          </a:solidFill>
                          <a:latin typeface="Constantia"/>
                        </a:rPr>
                        <a:t>Pressing the back button will show the exit or return buttons.</a:t>
                      </a:r>
                      <a:endParaRPr b="0" lang="es-CL" sz="8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d4ea"/>
                    </a:solidFill>
                  </a:tcPr>
                </a:tc>
              </a:tr>
              <a:tr h="338760">
                <a:tc>
                  <a:txBody>
                    <a:bodyPr anchor="t">
                      <a:noAutofit/>
                    </a:bodyPr>
                    <a:p>
                      <a:pPr algn="ctr">
                        <a:lnSpc>
                          <a:spcPct val="100000"/>
                        </a:lnSpc>
                        <a:buNone/>
                      </a:pPr>
                      <a:r>
                        <a:rPr b="0" lang="es-CL" sz="1200" spc="-1" strike="noStrike">
                          <a:solidFill>
                            <a:srgbClr val="000000"/>
                          </a:solidFill>
                          <a:latin typeface="Constantia"/>
                        </a:rPr>
                        <a:t>2</a:t>
                      </a:r>
                      <a:endParaRPr b="0" lang="es-CL" sz="12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7ebf4"/>
                    </a:solidFill>
                  </a:tcPr>
                </a:tc>
                <a:tc>
                  <a:txBody>
                    <a:bodyPr anchor="t">
                      <a:noAutofit/>
                    </a:bodyPr>
                    <a:p>
                      <a:pPr>
                        <a:lnSpc>
                          <a:spcPct val="100000"/>
                        </a:lnSpc>
                        <a:buNone/>
                      </a:pPr>
                      <a:r>
                        <a:rPr b="0" lang="es-CL" sz="800" spc="-1" strike="noStrike">
                          <a:solidFill>
                            <a:srgbClr val="000000"/>
                          </a:solidFill>
                          <a:latin typeface="Constantia"/>
                        </a:rPr>
                        <a:t>Close the modal</a:t>
                      </a:r>
                      <a:endParaRPr b="0" lang="es-CL" sz="8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7ebf4"/>
                    </a:solidFill>
                  </a:tcPr>
                </a:tc>
              </a:tr>
              <a:tr h="309960">
                <a:tc>
                  <a:txBody>
                    <a:bodyPr anchor="t">
                      <a:noAutofit/>
                    </a:bodyPr>
                    <a:p>
                      <a:pPr algn="ctr">
                        <a:lnSpc>
                          <a:spcPct val="100000"/>
                        </a:lnSpc>
                        <a:buNone/>
                      </a:pPr>
                      <a:r>
                        <a:rPr b="0" lang="es-CL" sz="1200" spc="-1" strike="noStrike">
                          <a:solidFill>
                            <a:srgbClr val="000000"/>
                          </a:solidFill>
                          <a:latin typeface="Constantia"/>
                        </a:rPr>
                        <a:t>3</a:t>
                      </a:r>
                      <a:endParaRPr b="0" lang="es-CL" sz="12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d4ea"/>
                    </a:solidFill>
                  </a:tcPr>
                </a:tc>
                <a:tc>
                  <a:txBody>
                    <a:bodyPr anchor="t">
                      <a:noAutofit/>
                    </a:bodyPr>
                    <a:p>
                      <a:pPr>
                        <a:lnSpc>
                          <a:spcPct val="100000"/>
                        </a:lnSpc>
                        <a:buNone/>
                      </a:pPr>
                      <a:r>
                        <a:rPr b="0" lang="es-CL" sz="800" spc="-1" strike="noStrike">
                          <a:solidFill>
                            <a:srgbClr val="000000"/>
                          </a:solidFill>
                          <a:latin typeface="Constantia"/>
                        </a:rPr>
                        <a:t>Exit the app</a:t>
                      </a:r>
                      <a:endParaRPr b="0" lang="es-CL" sz="8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d4ea"/>
                    </a:solidFill>
                  </a:tcPr>
                </a:tc>
              </a:tr>
            </a:tbl>
          </a:graphicData>
        </a:graphic>
      </p:graphicFrame>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1" name="PlaceHolder 1"/>
          <p:cNvSpPr>
            <a:spLocks noGrp="1"/>
          </p:cNvSpPr>
          <p:nvPr>
            <p:ph type="title"/>
          </p:nvPr>
        </p:nvSpPr>
        <p:spPr>
          <a:xfrm>
            <a:off x="457200" y="704160"/>
            <a:ext cx="8218800" cy="492480"/>
          </a:xfrm>
          <a:prstGeom prst="rect">
            <a:avLst/>
          </a:prstGeom>
          <a:noFill/>
          <a:ln w="0">
            <a:noFill/>
          </a:ln>
        </p:spPr>
        <p:txBody>
          <a:bodyPr lIns="0" rIns="0" tIns="45000" bIns="0" anchor="b">
            <a:normAutofit fontScale="73000"/>
          </a:bodyPr>
          <a:p>
            <a:pPr>
              <a:lnSpc>
                <a:spcPct val="100000"/>
              </a:lnSpc>
              <a:buNone/>
            </a:pPr>
            <a:r>
              <a:rPr b="0" lang="en-US" sz="4000" spc="-1" strike="noStrike">
                <a:solidFill>
                  <a:srgbClr val="04617b"/>
                </a:solidFill>
                <a:latin typeface="Calibri"/>
              </a:rPr>
              <a:t>Menu &amp; function description</a:t>
            </a:r>
            <a:endParaRPr b="0" lang="es-CL" sz="4000" spc="-1" strike="noStrike">
              <a:solidFill>
                <a:srgbClr val="000000"/>
              </a:solidFill>
              <a:latin typeface="Constantia"/>
            </a:endParaRPr>
          </a:p>
        </p:txBody>
      </p:sp>
      <p:pic>
        <p:nvPicPr>
          <p:cNvPr id="352" name="Imagen 5" descr=""/>
          <p:cNvPicPr/>
          <p:nvPr/>
        </p:nvPicPr>
        <p:blipFill>
          <a:blip r:embed="rId1"/>
          <a:stretch/>
        </p:blipFill>
        <p:spPr>
          <a:xfrm>
            <a:off x="250560" y="1196640"/>
            <a:ext cx="8424720" cy="4071960"/>
          </a:xfrm>
          <a:prstGeom prst="rect">
            <a:avLst/>
          </a:prstGeom>
          <a:ln w="0">
            <a:noFill/>
          </a:ln>
        </p:spPr>
      </p:pic>
      <p:graphicFrame>
        <p:nvGraphicFramePr>
          <p:cNvPr id="353" name="Tabla 11"/>
          <p:cNvGraphicFramePr/>
          <p:nvPr/>
        </p:nvGraphicFramePr>
        <p:xfrm>
          <a:off x="4463280" y="4075560"/>
          <a:ext cx="3528000" cy="748440"/>
        </p:xfrm>
        <a:graphic>
          <a:graphicData uri="http://schemas.openxmlformats.org/drawingml/2006/table">
            <a:tbl>
              <a:tblPr/>
              <a:tblGrid>
                <a:gridCol w="360000"/>
                <a:gridCol w="3168000"/>
              </a:tblGrid>
              <a:tr h="451800">
                <a:tc>
                  <a:txBody>
                    <a:bodyPr anchor="ctr">
                      <a:noAutofit/>
                    </a:bodyPr>
                    <a:p>
                      <a:pPr algn="ctr">
                        <a:lnSpc>
                          <a:spcPct val="100000"/>
                        </a:lnSpc>
                        <a:buNone/>
                      </a:pPr>
                      <a:r>
                        <a:rPr b="1" lang="es-CL" sz="1200" spc="-1" strike="noStrike">
                          <a:solidFill>
                            <a:srgbClr val="ffffff"/>
                          </a:solidFill>
                          <a:latin typeface="Constantia"/>
                        </a:rPr>
                        <a:t>N°</a:t>
                      </a:r>
                      <a:endParaRPr b="0" lang="es-CL" sz="1200" spc="-1" strike="noStrike">
                        <a:latin typeface="Arial"/>
                      </a:endParaRPr>
                    </a:p>
                  </a:txBody>
                  <a:tcPr anchor="ctr" marL="91440" marR="91440">
                    <a:lnL w="12240">
                      <a:solidFill>
                        <a:srgbClr val="ffffff"/>
                      </a:solidFill>
                    </a:lnL>
                    <a:lnR w="12240">
                      <a:solidFill>
                        <a:srgbClr val="ffffff"/>
                      </a:solidFill>
                    </a:lnR>
                    <a:lnT w="12240">
                      <a:solidFill>
                        <a:srgbClr val="ffffff"/>
                      </a:solidFill>
                    </a:lnT>
                    <a:lnB w="38160">
                      <a:solidFill>
                        <a:srgbClr val="ffffff"/>
                      </a:solidFill>
                    </a:lnB>
                    <a:solidFill>
                      <a:srgbClr val="0f6fc6"/>
                    </a:solidFill>
                  </a:tcPr>
                </a:tc>
                <a:tc>
                  <a:txBody>
                    <a:bodyPr anchor="ctr">
                      <a:noAutofit/>
                    </a:bodyPr>
                    <a:p>
                      <a:pPr algn="ctr">
                        <a:lnSpc>
                          <a:spcPct val="100000"/>
                        </a:lnSpc>
                        <a:buNone/>
                      </a:pPr>
                      <a:r>
                        <a:rPr b="0" lang="es-CL" sz="1200" spc="-1" strike="noStrike">
                          <a:solidFill>
                            <a:srgbClr val="ffffff"/>
                          </a:solidFill>
                          <a:latin typeface="Constantia"/>
                        </a:rPr>
                        <a:t>Description</a:t>
                      </a:r>
                      <a:endParaRPr b="0" lang="es-CL" sz="1200" spc="-1" strike="noStrike">
                        <a:latin typeface="Arial"/>
                      </a:endParaRPr>
                    </a:p>
                  </a:txBody>
                  <a:tcPr anchor="ctr" marL="91440" marR="91440">
                    <a:lnL w="12240">
                      <a:solidFill>
                        <a:srgbClr val="ffffff"/>
                      </a:solidFill>
                    </a:lnL>
                    <a:lnR w="12240">
                      <a:solidFill>
                        <a:srgbClr val="ffffff"/>
                      </a:solidFill>
                    </a:lnR>
                    <a:lnT w="12240">
                      <a:solidFill>
                        <a:srgbClr val="ffffff"/>
                      </a:solidFill>
                    </a:lnT>
                    <a:lnB w="38160">
                      <a:solidFill>
                        <a:srgbClr val="ffffff"/>
                      </a:solidFill>
                    </a:lnB>
                    <a:solidFill>
                      <a:srgbClr val="0f6fc6"/>
                    </a:solidFill>
                  </a:tcPr>
                </a:tc>
              </a:tr>
              <a:tr h="331200">
                <a:tc>
                  <a:txBody>
                    <a:bodyPr anchor="t">
                      <a:noAutofit/>
                    </a:bodyPr>
                    <a:p>
                      <a:pPr algn="ctr">
                        <a:lnSpc>
                          <a:spcPct val="100000"/>
                        </a:lnSpc>
                        <a:buNone/>
                      </a:pPr>
                      <a:r>
                        <a:rPr b="0" lang="es-CL" sz="1200" spc="-1" strike="noStrike">
                          <a:solidFill>
                            <a:srgbClr val="000000"/>
                          </a:solidFill>
                          <a:latin typeface="Constantia"/>
                        </a:rPr>
                        <a:t>1</a:t>
                      </a:r>
                      <a:endParaRPr b="0" lang="es-CL" sz="12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d4ea"/>
                    </a:solidFill>
                  </a:tcPr>
                </a:tc>
                <a:tc>
                  <a:txBody>
                    <a:bodyPr anchor="t">
                      <a:noAutofit/>
                    </a:bodyPr>
                    <a:p>
                      <a:pPr>
                        <a:lnSpc>
                          <a:spcPct val="100000"/>
                        </a:lnSpc>
                        <a:buNone/>
                      </a:pPr>
                      <a:r>
                        <a:rPr b="0" lang="en-US" sz="800" spc="-1" strike="noStrike">
                          <a:solidFill>
                            <a:srgbClr val="000000"/>
                          </a:solidFill>
                          <a:latin typeface="Constantia"/>
                        </a:rPr>
                        <a:t>View more (only shows the category the view more was in) with its programs banner</a:t>
                      </a:r>
                      <a:endParaRPr b="0" lang="es-CL" sz="8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d4ea"/>
                    </a:solidFill>
                  </a:tcPr>
                </a:tc>
              </a:tr>
              <a:tr h="417240">
                <a:tc>
                  <a:txBody>
                    <a:bodyPr anchor="t">
                      <a:noAutofit/>
                    </a:bodyPr>
                    <a:p>
                      <a:pPr algn="ctr">
                        <a:lnSpc>
                          <a:spcPct val="100000"/>
                        </a:lnSpc>
                        <a:buNone/>
                      </a:pPr>
                      <a:r>
                        <a:rPr b="0" lang="es-CL" sz="1200" spc="-1" strike="noStrike">
                          <a:solidFill>
                            <a:srgbClr val="000000"/>
                          </a:solidFill>
                          <a:latin typeface="Constantia"/>
                        </a:rPr>
                        <a:t>2</a:t>
                      </a:r>
                      <a:endParaRPr b="0" lang="es-CL" sz="12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7ebf4"/>
                    </a:solidFill>
                  </a:tcPr>
                </a:tc>
                <a:tc>
                  <a:txBody>
                    <a:bodyPr anchor="t">
                      <a:noAutofit/>
                    </a:bodyPr>
                    <a:p>
                      <a:pPr>
                        <a:lnSpc>
                          <a:spcPct val="100000"/>
                        </a:lnSpc>
                        <a:buNone/>
                      </a:pPr>
                      <a:r>
                        <a:rPr b="0" lang="en-US" sz="800" spc="-1" strike="noStrike">
                          <a:solidFill>
                            <a:srgbClr val="000000"/>
                          </a:solidFill>
                          <a:latin typeface="Constantia"/>
                        </a:rPr>
                        <a:t>When you enter the program this spotlight will redirect you to the program view</a:t>
                      </a:r>
                      <a:endParaRPr b="0" lang="es-CL" sz="8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7ebf4"/>
                    </a:solidFill>
                  </a:tcPr>
                </a:tc>
              </a:tr>
            </a:tbl>
          </a:graphicData>
        </a:graphic>
      </p:graphicFrame>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54" name="Imagen 7" descr=""/>
          <p:cNvPicPr/>
          <p:nvPr/>
        </p:nvPicPr>
        <p:blipFill>
          <a:blip r:embed="rId1"/>
          <a:stretch/>
        </p:blipFill>
        <p:spPr>
          <a:xfrm>
            <a:off x="179640" y="1253520"/>
            <a:ext cx="8568720" cy="4945680"/>
          </a:xfrm>
          <a:prstGeom prst="rect">
            <a:avLst/>
          </a:prstGeom>
          <a:ln w="0">
            <a:noFill/>
          </a:ln>
        </p:spPr>
      </p:pic>
      <p:sp>
        <p:nvSpPr>
          <p:cNvPr id="355" name="PlaceHolder 1"/>
          <p:cNvSpPr>
            <a:spLocks noGrp="1"/>
          </p:cNvSpPr>
          <p:nvPr>
            <p:ph type="title"/>
          </p:nvPr>
        </p:nvSpPr>
        <p:spPr>
          <a:xfrm>
            <a:off x="457200" y="704160"/>
            <a:ext cx="8218800" cy="492480"/>
          </a:xfrm>
          <a:prstGeom prst="rect">
            <a:avLst/>
          </a:prstGeom>
          <a:noFill/>
          <a:ln w="0">
            <a:noFill/>
          </a:ln>
        </p:spPr>
        <p:txBody>
          <a:bodyPr lIns="0" rIns="0" tIns="45000" bIns="0" anchor="b">
            <a:normAutofit fontScale="73000"/>
          </a:bodyPr>
          <a:p>
            <a:pPr>
              <a:lnSpc>
                <a:spcPct val="100000"/>
              </a:lnSpc>
              <a:buNone/>
            </a:pPr>
            <a:r>
              <a:rPr b="0" lang="en-US" sz="4000" spc="-1" strike="noStrike">
                <a:solidFill>
                  <a:srgbClr val="04617b"/>
                </a:solidFill>
                <a:latin typeface="Calibri"/>
              </a:rPr>
              <a:t>Menu &amp; function description</a:t>
            </a:r>
            <a:endParaRPr b="0" lang="es-CL" sz="4000" spc="-1" strike="noStrike">
              <a:solidFill>
                <a:srgbClr val="000000"/>
              </a:solidFill>
              <a:latin typeface="Constantia"/>
            </a:endParaRPr>
          </a:p>
        </p:txBody>
      </p:sp>
      <p:graphicFrame>
        <p:nvGraphicFramePr>
          <p:cNvPr id="356" name="Tabla 11"/>
          <p:cNvGraphicFramePr/>
          <p:nvPr/>
        </p:nvGraphicFramePr>
        <p:xfrm>
          <a:off x="5004000" y="1412640"/>
          <a:ext cx="3528000" cy="1583640"/>
        </p:xfrm>
        <a:graphic>
          <a:graphicData uri="http://schemas.openxmlformats.org/drawingml/2006/table">
            <a:tbl>
              <a:tblPr/>
              <a:tblGrid>
                <a:gridCol w="360000"/>
                <a:gridCol w="3168000"/>
              </a:tblGrid>
              <a:tr h="451800">
                <a:tc>
                  <a:txBody>
                    <a:bodyPr anchor="ctr">
                      <a:noAutofit/>
                    </a:bodyPr>
                    <a:p>
                      <a:pPr algn="ctr">
                        <a:lnSpc>
                          <a:spcPct val="100000"/>
                        </a:lnSpc>
                        <a:buNone/>
                      </a:pPr>
                      <a:r>
                        <a:rPr b="1" lang="es-CL" sz="1200" spc="-1" strike="noStrike">
                          <a:solidFill>
                            <a:srgbClr val="ffffff"/>
                          </a:solidFill>
                          <a:latin typeface="Constantia"/>
                        </a:rPr>
                        <a:t>N°</a:t>
                      </a:r>
                      <a:endParaRPr b="0" lang="es-CL" sz="1200" spc="-1" strike="noStrike">
                        <a:latin typeface="Arial"/>
                      </a:endParaRPr>
                    </a:p>
                  </a:txBody>
                  <a:tcPr anchor="ctr" marL="91440" marR="91440">
                    <a:lnL w="12240">
                      <a:solidFill>
                        <a:srgbClr val="ffffff"/>
                      </a:solidFill>
                    </a:lnL>
                    <a:lnR w="12240">
                      <a:solidFill>
                        <a:srgbClr val="ffffff"/>
                      </a:solidFill>
                    </a:lnR>
                    <a:lnT w="12240">
                      <a:solidFill>
                        <a:srgbClr val="ffffff"/>
                      </a:solidFill>
                    </a:lnT>
                    <a:lnB w="38160">
                      <a:solidFill>
                        <a:srgbClr val="ffffff"/>
                      </a:solidFill>
                    </a:lnB>
                    <a:solidFill>
                      <a:srgbClr val="0f6fc6"/>
                    </a:solidFill>
                  </a:tcPr>
                </a:tc>
                <a:tc>
                  <a:txBody>
                    <a:bodyPr anchor="ctr">
                      <a:noAutofit/>
                    </a:bodyPr>
                    <a:p>
                      <a:pPr algn="ctr">
                        <a:lnSpc>
                          <a:spcPct val="100000"/>
                        </a:lnSpc>
                        <a:buNone/>
                      </a:pPr>
                      <a:r>
                        <a:rPr b="0" lang="es-CL" sz="1200" spc="-1" strike="noStrike">
                          <a:solidFill>
                            <a:srgbClr val="ffffff"/>
                          </a:solidFill>
                          <a:latin typeface="Constantia"/>
                        </a:rPr>
                        <a:t>Description</a:t>
                      </a:r>
                      <a:endParaRPr b="0" lang="es-CL" sz="1200" spc="-1" strike="noStrike">
                        <a:latin typeface="Arial"/>
                      </a:endParaRPr>
                    </a:p>
                  </a:txBody>
                  <a:tcPr anchor="ctr" marL="91440" marR="91440">
                    <a:lnL w="12240">
                      <a:solidFill>
                        <a:srgbClr val="ffffff"/>
                      </a:solidFill>
                    </a:lnL>
                    <a:lnR w="12240">
                      <a:solidFill>
                        <a:srgbClr val="ffffff"/>
                      </a:solidFill>
                    </a:lnR>
                    <a:lnT w="12240">
                      <a:solidFill>
                        <a:srgbClr val="ffffff"/>
                      </a:solidFill>
                    </a:lnT>
                    <a:lnB w="38160">
                      <a:solidFill>
                        <a:srgbClr val="ffffff"/>
                      </a:solidFill>
                    </a:lnB>
                    <a:solidFill>
                      <a:srgbClr val="0f6fc6"/>
                    </a:solidFill>
                  </a:tcPr>
                </a:tc>
              </a:tr>
              <a:tr h="331200">
                <a:tc>
                  <a:txBody>
                    <a:bodyPr anchor="t">
                      <a:noAutofit/>
                    </a:bodyPr>
                    <a:p>
                      <a:pPr algn="ctr">
                        <a:lnSpc>
                          <a:spcPct val="100000"/>
                        </a:lnSpc>
                        <a:buNone/>
                      </a:pPr>
                      <a:r>
                        <a:rPr b="0" lang="es-CL" sz="1200" spc="-1" strike="noStrike">
                          <a:solidFill>
                            <a:srgbClr val="000000"/>
                          </a:solidFill>
                          <a:latin typeface="Constantia"/>
                        </a:rPr>
                        <a:t>1</a:t>
                      </a:r>
                      <a:endParaRPr b="0" lang="es-CL" sz="12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d4ea"/>
                    </a:solidFill>
                  </a:tcPr>
                </a:tc>
                <a:tc>
                  <a:txBody>
                    <a:bodyPr anchor="t">
                      <a:noAutofit/>
                    </a:bodyPr>
                    <a:p>
                      <a:pPr>
                        <a:lnSpc>
                          <a:spcPct val="100000"/>
                        </a:lnSpc>
                        <a:buNone/>
                      </a:pPr>
                      <a:r>
                        <a:rPr b="0" lang="en-US" sz="800" spc="-1" strike="noStrike">
                          <a:solidFill>
                            <a:srgbClr val="000000"/>
                          </a:solidFill>
                          <a:latin typeface="Constantia"/>
                        </a:rPr>
                        <a:t>Banner for programs, when passing through a program it will show its information</a:t>
                      </a:r>
                      <a:endParaRPr b="0" lang="es-CL" sz="8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d4ea"/>
                    </a:solidFill>
                  </a:tcPr>
                </a:tc>
              </a:tr>
              <a:tr h="417240">
                <a:tc>
                  <a:txBody>
                    <a:bodyPr anchor="t">
                      <a:noAutofit/>
                    </a:bodyPr>
                    <a:p>
                      <a:pPr algn="ctr">
                        <a:lnSpc>
                          <a:spcPct val="100000"/>
                        </a:lnSpc>
                        <a:buNone/>
                      </a:pPr>
                      <a:r>
                        <a:rPr b="0" lang="es-CL" sz="1200" spc="-1" strike="noStrike">
                          <a:solidFill>
                            <a:srgbClr val="000000"/>
                          </a:solidFill>
                          <a:latin typeface="Constantia"/>
                        </a:rPr>
                        <a:t>2</a:t>
                      </a:r>
                      <a:endParaRPr b="0" lang="es-CL" sz="12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7ebf4"/>
                    </a:solidFill>
                  </a:tcPr>
                </a:tc>
                <a:tc>
                  <a:txBody>
                    <a:bodyPr anchor="t">
                      <a:noAutofit/>
                    </a:bodyPr>
                    <a:p>
                      <a:pPr>
                        <a:lnSpc>
                          <a:spcPct val="100000"/>
                        </a:lnSpc>
                        <a:buNone/>
                      </a:pPr>
                      <a:r>
                        <a:rPr b="0" lang="es-CL" sz="800" spc="-1" strike="noStrike">
                          <a:solidFill>
                            <a:srgbClr val="000000"/>
                          </a:solidFill>
                          <a:latin typeface="Constantia"/>
                        </a:rPr>
                        <a:t>Carousel of programs</a:t>
                      </a:r>
                      <a:endParaRPr b="0" lang="es-CL" sz="8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7ebf4"/>
                    </a:solidFill>
                  </a:tcPr>
                </a:tc>
              </a:tr>
              <a:tr h="417240">
                <a:tc>
                  <a:txBody>
                    <a:bodyPr anchor="t">
                      <a:noAutofit/>
                    </a:bodyPr>
                    <a:p>
                      <a:pPr algn="ctr">
                        <a:lnSpc>
                          <a:spcPct val="100000"/>
                        </a:lnSpc>
                        <a:buNone/>
                      </a:pPr>
                      <a:r>
                        <a:rPr b="0" lang="es-CL" sz="1200" spc="-1" strike="noStrike">
                          <a:solidFill>
                            <a:srgbClr val="000000"/>
                          </a:solidFill>
                          <a:latin typeface="Constantia"/>
                        </a:rPr>
                        <a:t>3</a:t>
                      </a:r>
                      <a:endParaRPr b="0" lang="es-CL" sz="12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d4ea"/>
                    </a:solidFill>
                  </a:tcPr>
                </a:tc>
                <a:tc>
                  <a:txBody>
                    <a:bodyPr anchor="t">
                      <a:noAutofit/>
                    </a:bodyPr>
                    <a:p>
                      <a:pPr>
                        <a:lnSpc>
                          <a:spcPct val="100000"/>
                        </a:lnSpc>
                        <a:buNone/>
                      </a:pPr>
                      <a:r>
                        <a:rPr b="0" lang="en-US" sz="800" spc="-1" strike="noStrike">
                          <a:solidFill>
                            <a:srgbClr val="000000"/>
                          </a:solidFill>
                          <a:latin typeface="Constantia"/>
                        </a:rPr>
                        <a:t>When entering a program it will redirect you to the program in question</a:t>
                      </a:r>
                      <a:endParaRPr b="0" lang="es-CL" sz="8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d4ea"/>
                    </a:solidFill>
                  </a:tcPr>
                </a:tc>
              </a:tr>
              <a:tr h="417240">
                <a:tc>
                  <a:txBody>
                    <a:bodyPr anchor="t">
                      <a:noAutofit/>
                    </a:bodyPr>
                    <a:p>
                      <a:pPr algn="ctr">
                        <a:lnSpc>
                          <a:spcPct val="100000"/>
                        </a:lnSpc>
                        <a:buNone/>
                      </a:pPr>
                      <a:r>
                        <a:rPr b="0" lang="es-CL" sz="1200" spc="-1" strike="noStrike">
                          <a:solidFill>
                            <a:srgbClr val="000000"/>
                          </a:solidFill>
                          <a:latin typeface="Constantia"/>
                        </a:rPr>
                        <a:t>4</a:t>
                      </a:r>
                      <a:endParaRPr b="0" lang="es-CL" sz="12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7ebf4"/>
                    </a:solidFill>
                  </a:tcPr>
                </a:tc>
                <a:tc>
                  <a:txBody>
                    <a:bodyPr anchor="t">
                      <a:noAutofit/>
                    </a:bodyPr>
                    <a:p>
                      <a:pPr>
                        <a:lnSpc>
                          <a:spcPct val="100000"/>
                        </a:lnSpc>
                        <a:buNone/>
                      </a:pPr>
                      <a:r>
                        <a:rPr b="0" lang="en-US" sz="800" spc="-1" strike="noStrike">
                          <a:solidFill>
                            <a:srgbClr val="000000"/>
                          </a:solidFill>
                          <a:latin typeface="Constantia"/>
                        </a:rPr>
                        <a:t>Allows you to view all programs in that category (Novela, Entertainment or others)</a:t>
                      </a:r>
                      <a:endParaRPr b="0" lang="es-CL" sz="8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7ebf4"/>
                    </a:solidFill>
                  </a:tcPr>
                </a:tc>
              </a:tr>
            </a:tbl>
          </a:graphicData>
        </a:graphic>
      </p:graphicFrame>
      <p:pic>
        <p:nvPicPr>
          <p:cNvPr id="357" name="Imagen 3" descr=""/>
          <p:cNvPicPr/>
          <p:nvPr/>
        </p:nvPicPr>
        <p:blipFill>
          <a:blip r:embed="rId2"/>
          <a:stretch/>
        </p:blipFill>
        <p:spPr>
          <a:xfrm>
            <a:off x="395640" y="1484640"/>
            <a:ext cx="359640" cy="359640"/>
          </a:xfrm>
          <a:prstGeom prst="rect">
            <a:avLst/>
          </a:prstGeom>
          <a:ln w="0">
            <a:noFill/>
          </a:ln>
        </p:spPr>
      </p:pic>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8" name="PlaceHolder 1"/>
          <p:cNvSpPr>
            <a:spLocks noGrp="1"/>
          </p:cNvSpPr>
          <p:nvPr>
            <p:ph type="title"/>
          </p:nvPr>
        </p:nvSpPr>
        <p:spPr>
          <a:xfrm>
            <a:off x="457200" y="704160"/>
            <a:ext cx="8218800" cy="492480"/>
          </a:xfrm>
          <a:prstGeom prst="rect">
            <a:avLst/>
          </a:prstGeom>
          <a:noFill/>
          <a:ln w="0">
            <a:noFill/>
          </a:ln>
        </p:spPr>
        <p:txBody>
          <a:bodyPr lIns="0" rIns="0" tIns="45000" bIns="0" anchor="b">
            <a:normAutofit fontScale="73000"/>
          </a:bodyPr>
          <a:p>
            <a:pPr>
              <a:lnSpc>
                <a:spcPct val="100000"/>
              </a:lnSpc>
              <a:buNone/>
            </a:pPr>
            <a:r>
              <a:rPr b="0" lang="en-US" sz="4000" spc="-1" strike="noStrike">
                <a:solidFill>
                  <a:srgbClr val="04617b"/>
                </a:solidFill>
                <a:latin typeface="Calibri"/>
              </a:rPr>
              <a:t>Menu &amp; function description</a:t>
            </a:r>
            <a:endParaRPr b="0" lang="es-CL" sz="4000" spc="-1" strike="noStrike">
              <a:solidFill>
                <a:srgbClr val="000000"/>
              </a:solidFill>
              <a:latin typeface="Constantia"/>
            </a:endParaRPr>
          </a:p>
        </p:txBody>
      </p:sp>
      <p:pic>
        <p:nvPicPr>
          <p:cNvPr id="359" name="Imagen 6" descr=""/>
          <p:cNvPicPr/>
          <p:nvPr/>
        </p:nvPicPr>
        <p:blipFill>
          <a:blip r:embed="rId1"/>
          <a:stretch/>
        </p:blipFill>
        <p:spPr>
          <a:xfrm>
            <a:off x="345960" y="1917000"/>
            <a:ext cx="8233920" cy="4169520"/>
          </a:xfrm>
          <a:prstGeom prst="rect">
            <a:avLst/>
          </a:prstGeom>
          <a:ln w="0">
            <a:noFill/>
          </a:ln>
        </p:spPr>
      </p:pic>
      <p:graphicFrame>
        <p:nvGraphicFramePr>
          <p:cNvPr id="360" name="Tabla 11"/>
          <p:cNvGraphicFramePr/>
          <p:nvPr/>
        </p:nvGraphicFramePr>
        <p:xfrm>
          <a:off x="4463280" y="4221000"/>
          <a:ext cx="3528000" cy="1166040"/>
        </p:xfrm>
        <a:graphic>
          <a:graphicData uri="http://schemas.openxmlformats.org/drawingml/2006/table">
            <a:tbl>
              <a:tblPr/>
              <a:tblGrid>
                <a:gridCol w="360000"/>
                <a:gridCol w="3168000"/>
              </a:tblGrid>
              <a:tr h="451800">
                <a:tc>
                  <a:txBody>
                    <a:bodyPr anchor="ctr">
                      <a:noAutofit/>
                    </a:bodyPr>
                    <a:p>
                      <a:pPr algn="ctr">
                        <a:lnSpc>
                          <a:spcPct val="100000"/>
                        </a:lnSpc>
                        <a:buNone/>
                      </a:pPr>
                      <a:r>
                        <a:rPr b="1" lang="es-CL" sz="1200" spc="-1" strike="noStrike">
                          <a:solidFill>
                            <a:srgbClr val="ffffff"/>
                          </a:solidFill>
                          <a:latin typeface="Constantia"/>
                        </a:rPr>
                        <a:t>N°</a:t>
                      </a:r>
                      <a:endParaRPr b="0" lang="es-CL" sz="1200" spc="-1" strike="noStrike">
                        <a:latin typeface="Arial"/>
                      </a:endParaRPr>
                    </a:p>
                  </a:txBody>
                  <a:tcPr anchor="ctr" marL="91440" marR="91440">
                    <a:lnL w="12240">
                      <a:solidFill>
                        <a:srgbClr val="ffffff"/>
                      </a:solidFill>
                    </a:lnL>
                    <a:lnR w="12240">
                      <a:solidFill>
                        <a:srgbClr val="ffffff"/>
                      </a:solidFill>
                    </a:lnR>
                    <a:lnT w="12240">
                      <a:solidFill>
                        <a:srgbClr val="ffffff"/>
                      </a:solidFill>
                    </a:lnT>
                    <a:lnB w="38160">
                      <a:solidFill>
                        <a:srgbClr val="ffffff"/>
                      </a:solidFill>
                    </a:lnB>
                    <a:solidFill>
                      <a:srgbClr val="0f6fc6"/>
                    </a:solidFill>
                  </a:tcPr>
                </a:tc>
                <a:tc>
                  <a:txBody>
                    <a:bodyPr anchor="ctr">
                      <a:noAutofit/>
                    </a:bodyPr>
                    <a:p>
                      <a:pPr algn="ctr">
                        <a:lnSpc>
                          <a:spcPct val="100000"/>
                        </a:lnSpc>
                        <a:buNone/>
                      </a:pPr>
                      <a:r>
                        <a:rPr b="0" lang="es-CL" sz="1200" spc="-1" strike="noStrike">
                          <a:solidFill>
                            <a:srgbClr val="ffffff"/>
                          </a:solidFill>
                          <a:latin typeface="Constantia"/>
                        </a:rPr>
                        <a:t>Description</a:t>
                      </a:r>
                      <a:endParaRPr b="0" lang="es-CL" sz="1200" spc="-1" strike="noStrike">
                        <a:latin typeface="Arial"/>
                      </a:endParaRPr>
                    </a:p>
                  </a:txBody>
                  <a:tcPr anchor="ctr" marL="91440" marR="91440">
                    <a:lnL w="12240">
                      <a:solidFill>
                        <a:srgbClr val="ffffff"/>
                      </a:solidFill>
                    </a:lnL>
                    <a:lnR w="12240">
                      <a:solidFill>
                        <a:srgbClr val="ffffff"/>
                      </a:solidFill>
                    </a:lnR>
                    <a:lnT w="12240">
                      <a:solidFill>
                        <a:srgbClr val="ffffff"/>
                      </a:solidFill>
                    </a:lnT>
                    <a:lnB w="38160">
                      <a:solidFill>
                        <a:srgbClr val="ffffff"/>
                      </a:solidFill>
                    </a:lnB>
                    <a:solidFill>
                      <a:srgbClr val="0f6fc6"/>
                    </a:solidFill>
                  </a:tcPr>
                </a:tc>
              </a:tr>
              <a:tr h="331200">
                <a:tc>
                  <a:txBody>
                    <a:bodyPr anchor="t">
                      <a:noAutofit/>
                    </a:bodyPr>
                    <a:p>
                      <a:pPr algn="ctr">
                        <a:lnSpc>
                          <a:spcPct val="100000"/>
                        </a:lnSpc>
                        <a:buNone/>
                      </a:pPr>
                      <a:r>
                        <a:rPr b="0" lang="es-CL" sz="1200" spc="-1" strike="noStrike">
                          <a:solidFill>
                            <a:srgbClr val="000000"/>
                          </a:solidFill>
                          <a:latin typeface="Constantia"/>
                        </a:rPr>
                        <a:t>1</a:t>
                      </a:r>
                      <a:endParaRPr b="0" lang="es-CL" sz="12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d4ea"/>
                    </a:solidFill>
                  </a:tcPr>
                </a:tc>
                <a:tc>
                  <a:txBody>
                    <a:bodyPr anchor="t">
                      <a:noAutofit/>
                    </a:bodyPr>
                    <a:p>
                      <a:pPr>
                        <a:lnSpc>
                          <a:spcPct val="100000"/>
                        </a:lnSpc>
                        <a:buNone/>
                      </a:pPr>
                      <a:r>
                        <a:rPr b="0" lang="en-US" sz="800" spc="-1" strike="noStrike">
                          <a:solidFill>
                            <a:srgbClr val="000000"/>
                          </a:solidFill>
                          <a:latin typeface="Constantia"/>
                        </a:rPr>
                        <a:t>Return to the previous view</a:t>
                      </a:r>
                      <a:endParaRPr b="0" lang="es-CL" sz="8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d4ea"/>
                    </a:solidFill>
                  </a:tcPr>
                </a:tc>
              </a:tr>
              <a:tr h="417240">
                <a:tc>
                  <a:txBody>
                    <a:bodyPr anchor="t">
                      <a:noAutofit/>
                    </a:bodyPr>
                    <a:p>
                      <a:pPr algn="ctr">
                        <a:lnSpc>
                          <a:spcPct val="100000"/>
                        </a:lnSpc>
                        <a:buNone/>
                      </a:pPr>
                      <a:r>
                        <a:rPr b="0" lang="es-CL" sz="1200" spc="-1" strike="noStrike">
                          <a:solidFill>
                            <a:srgbClr val="000000"/>
                          </a:solidFill>
                          <a:latin typeface="Constantia"/>
                        </a:rPr>
                        <a:t>2</a:t>
                      </a:r>
                      <a:endParaRPr b="0" lang="es-CL" sz="12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7ebf4"/>
                    </a:solidFill>
                  </a:tcPr>
                </a:tc>
                <a:tc>
                  <a:txBody>
                    <a:bodyPr anchor="t">
                      <a:noAutofit/>
                    </a:bodyPr>
                    <a:p>
                      <a:pPr>
                        <a:lnSpc>
                          <a:spcPct val="100000"/>
                        </a:lnSpc>
                        <a:buNone/>
                      </a:pPr>
                      <a:r>
                        <a:rPr b="0" lang="en-US" sz="800" spc="-1" strike="noStrike">
                          <a:solidFill>
                            <a:srgbClr val="000000"/>
                          </a:solidFill>
                          <a:latin typeface="Constantia"/>
                        </a:rPr>
                        <a:t>Activates the view of the segments when pressed</a:t>
                      </a:r>
                      <a:endParaRPr b="0" lang="es-CL" sz="8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7ebf4"/>
                    </a:solidFill>
                  </a:tcPr>
                </a:tc>
              </a:tr>
              <a:tr h="417240">
                <a:tc>
                  <a:txBody>
                    <a:bodyPr anchor="t">
                      <a:noAutofit/>
                    </a:bodyPr>
                    <a:p>
                      <a:pPr algn="ctr">
                        <a:lnSpc>
                          <a:spcPct val="100000"/>
                        </a:lnSpc>
                        <a:buNone/>
                      </a:pPr>
                      <a:r>
                        <a:rPr b="0" lang="es-CL" sz="1200" spc="-1" strike="noStrike">
                          <a:solidFill>
                            <a:srgbClr val="000000"/>
                          </a:solidFill>
                          <a:latin typeface="Constantia"/>
                        </a:rPr>
                        <a:t>3</a:t>
                      </a:r>
                      <a:endParaRPr b="0" lang="es-CL" sz="12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d4ea"/>
                    </a:solidFill>
                  </a:tcPr>
                </a:tc>
                <a:tc>
                  <a:txBody>
                    <a:bodyPr anchor="t">
                      <a:noAutofit/>
                    </a:bodyPr>
                    <a:p>
                      <a:pPr>
                        <a:lnSpc>
                          <a:spcPct val="100000"/>
                        </a:lnSpc>
                        <a:buNone/>
                      </a:pPr>
                      <a:r>
                        <a:rPr b="0" lang="en-US" sz="800" spc="-1" strike="noStrike">
                          <a:solidFill>
                            <a:srgbClr val="000000"/>
                          </a:solidFill>
                          <a:latin typeface="Constantia"/>
                        </a:rPr>
                        <a:t>Going down to this view will activate the segment view.</a:t>
                      </a:r>
                      <a:endParaRPr b="0" lang="es-CL" sz="8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d4ea"/>
                    </a:solidFill>
                  </a:tcPr>
                </a:tc>
              </a:tr>
            </a:tbl>
          </a:graphicData>
        </a:graphic>
      </p:graphicFrame>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1" name="PlaceHolder 1"/>
          <p:cNvSpPr>
            <a:spLocks noGrp="1"/>
          </p:cNvSpPr>
          <p:nvPr>
            <p:ph type="title"/>
          </p:nvPr>
        </p:nvSpPr>
        <p:spPr>
          <a:xfrm>
            <a:off x="457200" y="704160"/>
            <a:ext cx="8218800" cy="492480"/>
          </a:xfrm>
          <a:prstGeom prst="rect">
            <a:avLst/>
          </a:prstGeom>
          <a:noFill/>
          <a:ln w="0">
            <a:noFill/>
          </a:ln>
        </p:spPr>
        <p:txBody>
          <a:bodyPr lIns="0" rIns="0" tIns="45000" bIns="0" anchor="b">
            <a:normAutofit fontScale="73000"/>
          </a:bodyPr>
          <a:p>
            <a:pPr>
              <a:lnSpc>
                <a:spcPct val="100000"/>
              </a:lnSpc>
              <a:buNone/>
            </a:pPr>
            <a:r>
              <a:rPr b="0" lang="en-US" sz="4000" spc="-1" strike="noStrike">
                <a:solidFill>
                  <a:srgbClr val="04617b"/>
                </a:solidFill>
                <a:latin typeface="Calibri"/>
              </a:rPr>
              <a:t>Menu &amp; function description</a:t>
            </a:r>
            <a:endParaRPr b="0" lang="es-CL" sz="4000" spc="-1" strike="noStrike">
              <a:solidFill>
                <a:srgbClr val="000000"/>
              </a:solidFill>
              <a:latin typeface="Constantia"/>
            </a:endParaRPr>
          </a:p>
        </p:txBody>
      </p:sp>
      <p:pic>
        <p:nvPicPr>
          <p:cNvPr id="362" name="Imagen 7" descr=""/>
          <p:cNvPicPr/>
          <p:nvPr/>
        </p:nvPicPr>
        <p:blipFill>
          <a:blip r:embed="rId1"/>
          <a:stretch/>
        </p:blipFill>
        <p:spPr>
          <a:xfrm>
            <a:off x="323640" y="1412640"/>
            <a:ext cx="7372440" cy="4032000"/>
          </a:xfrm>
          <a:prstGeom prst="rect">
            <a:avLst/>
          </a:prstGeom>
          <a:ln w="0">
            <a:noFill/>
          </a:ln>
        </p:spPr>
      </p:pic>
      <p:graphicFrame>
        <p:nvGraphicFramePr>
          <p:cNvPr id="363" name="Tabla 11"/>
          <p:cNvGraphicFramePr/>
          <p:nvPr/>
        </p:nvGraphicFramePr>
        <p:xfrm>
          <a:off x="5004000" y="3861000"/>
          <a:ext cx="3744000" cy="2016000"/>
        </p:xfrm>
        <a:graphic>
          <a:graphicData uri="http://schemas.openxmlformats.org/drawingml/2006/table">
            <a:tbl>
              <a:tblPr/>
              <a:tblGrid>
                <a:gridCol w="381960"/>
                <a:gridCol w="3362040"/>
              </a:tblGrid>
              <a:tr h="451800">
                <a:tc>
                  <a:txBody>
                    <a:bodyPr anchor="ctr">
                      <a:noAutofit/>
                    </a:bodyPr>
                    <a:p>
                      <a:pPr algn="ctr">
                        <a:lnSpc>
                          <a:spcPct val="100000"/>
                        </a:lnSpc>
                        <a:buNone/>
                      </a:pPr>
                      <a:r>
                        <a:rPr b="1" lang="es-CL" sz="1200" spc="-1" strike="noStrike">
                          <a:solidFill>
                            <a:srgbClr val="ffffff"/>
                          </a:solidFill>
                          <a:latin typeface="Constantia"/>
                        </a:rPr>
                        <a:t>N°</a:t>
                      </a:r>
                      <a:endParaRPr b="0" lang="es-CL" sz="1200" spc="-1" strike="noStrike">
                        <a:latin typeface="Arial"/>
                      </a:endParaRPr>
                    </a:p>
                  </a:txBody>
                  <a:tcPr anchor="ctr" marL="91440" marR="91440">
                    <a:lnL w="12240">
                      <a:solidFill>
                        <a:srgbClr val="ffffff"/>
                      </a:solidFill>
                    </a:lnL>
                    <a:lnR w="12240">
                      <a:solidFill>
                        <a:srgbClr val="ffffff"/>
                      </a:solidFill>
                    </a:lnR>
                    <a:lnT w="12240">
                      <a:solidFill>
                        <a:srgbClr val="ffffff"/>
                      </a:solidFill>
                    </a:lnT>
                    <a:lnB w="38160">
                      <a:solidFill>
                        <a:srgbClr val="ffffff"/>
                      </a:solidFill>
                    </a:lnB>
                    <a:solidFill>
                      <a:srgbClr val="0f6fc6"/>
                    </a:solidFill>
                  </a:tcPr>
                </a:tc>
                <a:tc>
                  <a:txBody>
                    <a:bodyPr anchor="ctr">
                      <a:noAutofit/>
                    </a:bodyPr>
                    <a:p>
                      <a:pPr algn="ctr">
                        <a:lnSpc>
                          <a:spcPct val="100000"/>
                        </a:lnSpc>
                        <a:buNone/>
                      </a:pPr>
                      <a:r>
                        <a:rPr b="0" lang="es-CL" sz="1200" spc="-1" strike="noStrike">
                          <a:solidFill>
                            <a:srgbClr val="ffffff"/>
                          </a:solidFill>
                          <a:latin typeface="Constantia"/>
                        </a:rPr>
                        <a:t>Description</a:t>
                      </a:r>
                      <a:endParaRPr b="0" lang="es-CL" sz="1200" spc="-1" strike="noStrike">
                        <a:latin typeface="Arial"/>
                      </a:endParaRPr>
                    </a:p>
                  </a:txBody>
                  <a:tcPr anchor="ctr" marL="91440" marR="91440">
                    <a:lnL w="12240">
                      <a:solidFill>
                        <a:srgbClr val="ffffff"/>
                      </a:solidFill>
                    </a:lnL>
                    <a:lnR w="12240">
                      <a:solidFill>
                        <a:srgbClr val="ffffff"/>
                      </a:solidFill>
                    </a:lnR>
                    <a:lnT w="12240">
                      <a:solidFill>
                        <a:srgbClr val="ffffff"/>
                      </a:solidFill>
                    </a:lnT>
                    <a:lnB w="38160">
                      <a:solidFill>
                        <a:srgbClr val="ffffff"/>
                      </a:solidFill>
                    </a:lnB>
                    <a:solidFill>
                      <a:srgbClr val="0f6fc6"/>
                    </a:solidFill>
                  </a:tcPr>
                </a:tc>
              </a:tr>
              <a:tr h="351720">
                <a:tc>
                  <a:txBody>
                    <a:bodyPr anchor="t">
                      <a:noAutofit/>
                    </a:bodyPr>
                    <a:p>
                      <a:pPr algn="ctr">
                        <a:lnSpc>
                          <a:spcPct val="100000"/>
                        </a:lnSpc>
                        <a:buNone/>
                      </a:pPr>
                      <a:r>
                        <a:rPr b="0" lang="es-CL" sz="1200" spc="-1" strike="noStrike">
                          <a:solidFill>
                            <a:srgbClr val="000000"/>
                          </a:solidFill>
                          <a:latin typeface="Constantia"/>
                        </a:rPr>
                        <a:t>1</a:t>
                      </a:r>
                      <a:endParaRPr b="0" lang="es-CL" sz="12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d4ea"/>
                    </a:solidFill>
                  </a:tcPr>
                </a:tc>
                <a:tc>
                  <a:txBody>
                    <a:bodyPr anchor="t">
                      <a:noAutofit/>
                    </a:bodyPr>
                    <a:p>
                      <a:pPr>
                        <a:lnSpc>
                          <a:spcPct val="100000"/>
                        </a:lnSpc>
                        <a:buNone/>
                      </a:pPr>
                      <a:r>
                        <a:rPr b="0" lang="en-US" sz="800" spc="-1" strike="noStrike">
                          <a:solidFill>
                            <a:srgbClr val="000000"/>
                          </a:solidFill>
                          <a:latin typeface="Constantia"/>
                        </a:rPr>
                        <a:t>Segment carousel, moving between them will change the view</a:t>
                      </a:r>
                      <a:endParaRPr b="0" lang="es-CL" sz="8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d4ea"/>
                    </a:solidFill>
                  </a:tcPr>
                </a:tc>
              </a:tr>
              <a:tr h="485640">
                <a:tc>
                  <a:txBody>
                    <a:bodyPr anchor="t">
                      <a:noAutofit/>
                    </a:bodyPr>
                    <a:p>
                      <a:pPr algn="ctr">
                        <a:lnSpc>
                          <a:spcPct val="100000"/>
                        </a:lnSpc>
                        <a:buNone/>
                      </a:pPr>
                      <a:r>
                        <a:rPr b="0" lang="es-CL" sz="1200" spc="-1" strike="noStrike">
                          <a:solidFill>
                            <a:srgbClr val="000000"/>
                          </a:solidFill>
                          <a:latin typeface="Constantia"/>
                        </a:rPr>
                        <a:t>2</a:t>
                      </a:r>
                      <a:endParaRPr b="0" lang="es-CL" sz="12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7ebf4"/>
                    </a:solidFill>
                  </a:tcPr>
                </a:tc>
                <a:tc>
                  <a:txBody>
                    <a:bodyPr anchor="t">
                      <a:noAutofit/>
                    </a:bodyPr>
                    <a:p>
                      <a:pPr>
                        <a:lnSpc>
                          <a:spcPct val="100000"/>
                        </a:lnSpc>
                        <a:buNone/>
                      </a:pPr>
                      <a:r>
                        <a:rPr b="0" lang="en-US" sz="800" spc="-1" strike="noStrike">
                          <a:solidFill>
                            <a:srgbClr val="000000"/>
                          </a:solidFill>
                          <a:latin typeface="Constantia"/>
                        </a:rPr>
                        <a:t>List of seasons, it will show the seasons of the program, if it has more than one season you can press between them to show the chapters of the season in question</a:t>
                      </a:r>
                      <a:endParaRPr b="0" lang="es-CL" sz="8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7ebf4"/>
                    </a:solidFill>
                  </a:tcPr>
                </a:tc>
              </a:tr>
              <a:tr h="443520">
                <a:tc>
                  <a:txBody>
                    <a:bodyPr anchor="t">
                      <a:noAutofit/>
                    </a:bodyPr>
                    <a:p>
                      <a:pPr algn="ctr">
                        <a:lnSpc>
                          <a:spcPct val="100000"/>
                        </a:lnSpc>
                        <a:buNone/>
                      </a:pPr>
                      <a:r>
                        <a:rPr b="0" lang="es-CL" sz="1200" spc="-1" strike="noStrike">
                          <a:solidFill>
                            <a:srgbClr val="000000"/>
                          </a:solidFill>
                          <a:latin typeface="Constantia"/>
                        </a:rPr>
                        <a:t>3</a:t>
                      </a:r>
                      <a:endParaRPr b="0" lang="es-CL" sz="12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d4ea"/>
                    </a:solidFill>
                  </a:tcPr>
                </a:tc>
                <a:tc>
                  <a:txBody>
                    <a:bodyPr anchor="t">
                      <a:noAutofit/>
                    </a:bodyPr>
                    <a:p>
                      <a:pPr>
                        <a:lnSpc>
                          <a:spcPct val="100000"/>
                        </a:lnSpc>
                        <a:buNone/>
                      </a:pPr>
                      <a:r>
                        <a:rPr b="0" lang="es-CL" sz="800" spc="-1" strike="noStrike">
                          <a:solidFill>
                            <a:srgbClr val="000000"/>
                          </a:solidFill>
                          <a:latin typeface="Constantia"/>
                        </a:rPr>
                        <a:t>List of program chapters.</a:t>
                      </a:r>
                      <a:endParaRPr b="0" lang="es-CL" sz="8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d4ea"/>
                    </a:solidFill>
                  </a:tcPr>
                </a:tc>
              </a:tr>
              <a:tr h="443520">
                <a:tc>
                  <a:txBody>
                    <a:bodyPr anchor="t">
                      <a:noAutofit/>
                    </a:bodyPr>
                    <a:p>
                      <a:pPr algn="ctr">
                        <a:lnSpc>
                          <a:spcPct val="100000"/>
                        </a:lnSpc>
                        <a:buNone/>
                      </a:pPr>
                      <a:r>
                        <a:rPr b="0" lang="es-CL" sz="1200" spc="-1" strike="noStrike">
                          <a:solidFill>
                            <a:srgbClr val="000000"/>
                          </a:solidFill>
                          <a:latin typeface="Constantia"/>
                        </a:rPr>
                        <a:t>4</a:t>
                      </a:r>
                      <a:endParaRPr b="0" lang="es-CL" sz="12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7ebf4"/>
                    </a:solidFill>
                  </a:tcPr>
                </a:tc>
                <a:tc>
                  <a:txBody>
                    <a:bodyPr anchor="t">
                      <a:noAutofit/>
                    </a:bodyPr>
                    <a:p>
                      <a:pPr>
                        <a:lnSpc>
                          <a:spcPct val="100000"/>
                        </a:lnSpc>
                        <a:buNone/>
                      </a:pPr>
                      <a:r>
                        <a:rPr b="0" lang="en-US" sz="800" spc="-1" strike="noStrike">
                          <a:solidFill>
                            <a:srgbClr val="000000"/>
                          </a:solidFill>
                          <a:latin typeface="Constantia"/>
                        </a:rPr>
                        <a:t>If you press on a chapter it will play and you will go to the player view.</a:t>
                      </a:r>
                      <a:endParaRPr b="0" lang="es-CL" sz="8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7ebf4"/>
                    </a:solidFill>
                  </a:tcPr>
                </a:tc>
              </a:tr>
            </a:tbl>
          </a:graphicData>
        </a:graphic>
      </p:graphicFrame>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4" name="PlaceHolder 1"/>
          <p:cNvSpPr>
            <a:spLocks noGrp="1"/>
          </p:cNvSpPr>
          <p:nvPr>
            <p:ph type="title"/>
          </p:nvPr>
        </p:nvSpPr>
        <p:spPr>
          <a:xfrm>
            <a:off x="457200" y="704160"/>
            <a:ext cx="8218800" cy="492480"/>
          </a:xfrm>
          <a:prstGeom prst="rect">
            <a:avLst/>
          </a:prstGeom>
          <a:noFill/>
          <a:ln w="0">
            <a:noFill/>
          </a:ln>
        </p:spPr>
        <p:txBody>
          <a:bodyPr lIns="0" rIns="0" tIns="45000" bIns="0" anchor="b">
            <a:normAutofit fontScale="73000"/>
          </a:bodyPr>
          <a:p>
            <a:pPr>
              <a:lnSpc>
                <a:spcPct val="100000"/>
              </a:lnSpc>
              <a:buNone/>
            </a:pPr>
            <a:r>
              <a:rPr b="0" lang="en-US" sz="4000" spc="-1" strike="noStrike">
                <a:solidFill>
                  <a:srgbClr val="04617b"/>
                </a:solidFill>
                <a:latin typeface="Calibri"/>
              </a:rPr>
              <a:t>Menu &amp; function description</a:t>
            </a:r>
            <a:endParaRPr b="0" lang="es-CL" sz="4000" spc="-1" strike="noStrike">
              <a:solidFill>
                <a:srgbClr val="000000"/>
              </a:solidFill>
              <a:latin typeface="Constantia"/>
            </a:endParaRPr>
          </a:p>
        </p:txBody>
      </p:sp>
      <p:graphicFrame>
        <p:nvGraphicFramePr>
          <p:cNvPr id="365" name="Tabla 11"/>
          <p:cNvGraphicFramePr/>
          <p:nvPr/>
        </p:nvGraphicFramePr>
        <p:xfrm>
          <a:off x="323640" y="4478760"/>
          <a:ext cx="8424720" cy="1572120"/>
        </p:xfrm>
        <a:graphic>
          <a:graphicData uri="http://schemas.openxmlformats.org/drawingml/2006/table">
            <a:tbl>
              <a:tblPr/>
              <a:tblGrid>
                <a:gridCol w="859680"/>
                <a:gridCol w="7565040"/>
              </a:tblGrid>
              <a:tr h="291240">
                <a:tc>
                  <a:txBody>
                    <a:bodyPr anchor="ctr">
                      <a:noAutofit/>
                    </a:bodyPr>
                    <a:p>
                      <a:pPr algn="ctr">
                        <a:lnSpc>
                          <a:spcPct val="100000"/>
                        </a:lnSpc>
                        <a:buNone/>
                      </a:pPr>
                      <a:r>
                        <a:rPr b="1" lang="es-CL" sz="1200" spc="-1" strike="noStrike">
                          <a:solidFill>
                            <a:srgbClr val="ffffff"/>
                          </a:solidFill>
                          <a:latin typeface="Constantia"/>
                        </a:rPr>
                        <a:t>N°</a:t>
                      </a:r>
                      <a:endParaRPr b="0" lang="es-CL" sz="1200" spc="-1" strike="noStrike">
                        <a:latin typeface="Arial"/>
                      </a:endParaRPr>
                    </a:p>
                  </a:txBody>
                  <a:tcPr anchor="ctr" marL="91440" marR="91440">
                    <a:lnL w="12240">
                      <a:solidFill>
                        <a:srgbClr val="ffffff"/>
                      </a:solidFill>
                    </a:lnL>
                    <a:lnR w="12240">
                      <a:solidFill>
                        <a:srgbClr val="ffffff"/>
                      </a:solidFill>
                    </a:lnR>
                    <a:lnT w="12240">
                      <a:solidFill>
                        <a:srgbClr val="ffffff"/>
                      </a:solidFill>
                    </a:lnT>
                    <a:lnB w="38160">
                      <a:solidFill>
                        <a:srgbClr val="ffffff"/>
                      </a:solidFill>
                    </a:lnB>
                    <a:solidFill>
                      <a:srgbClr val="0f6fc6"/>
                    </a:solidFill>
                  </a:tcPr>
                </a:tc>
                <a:tc>
                  <a:txBody>
                    <a:bodyPr anchor="ctr">
                      <a:noAutofit/>
                    </a:bodyPr>
                    <a:p>
                      <a:pPr algn="ctr">
                        <a:lnSpc>
                          <a:spcPct val="100000"/>
                        </a:lnSpc>
                        <a:buNone/>
                      </a:pPr>
                      <a:r>
                        <a:rPr b="0" lang="es-CL" sz="1200" spc="-1" strike="noStrike">
                          <a:solidFill>
                            <a:srgbClr val="ffffff"/>
                          </a:solidFill>
                          <a:latin typeface="Constantia"/>
                        </a:rPr>
                        <a:t>Description</a:t>
                      </a:r>
                      <a:endParaRPr b="0" lang="es-CL" sz="1200" spc="-1" strike="noStrike">
                        <a:latin typeface="Arial"/>
                      </a:endParaRPr>
                    </a:p>
                  </a:txBody>
                  <a:tcPr anchor="ctr" marL="91440" marR="91440">
                    <a:lnL w="12240">
                      <a:solidFill>
                        <a:srgbClr val="ffffff"/>
                      </a:solidFill>
                    </a:lnL>
                    <a:lnR w="12240">
                      <a:solidFill>
                        <a:srgbClr val="ffffff"/>
                      </a:solidFill>
                    </a:lnR>
                    <a:lnT w="12240">
                      <a:solidFill>
                        <a:srgbClr val="ffffff"/>
                      </a:solidFill>
                    </a:lnT>
                    <a:lnB w="38160">
                      <a:solidFill>
                        <a:srgbClr val="ffffff"/>
                      </a:solidFill>
                    </a:lnB>
                    <a:solidFill>
                      <a:srgbClr val="0f6fc6"/>
                    </a:solidFill>
                  </a:tcPr>
                </a:tc>
              </a:tr>
              <a:tr h="351720">
                <a:tc>
                  <a:txBody>
                    <a:bodyPr anchor="t">
                      <a:noAutofit/>
                    </a:bodyPr>
                    <a:p>
                      <a:pPr algn="ctr">
                        <a:lnSpc>
                          <a:spcPct val="100000"/>
                        </a:lnSpc>
                        <a:buNone/>
                      </a:pPr>
                      <a:r>
                        <a:rPr b="0" lang="es-CL" sz="1200" spc="-1" strike="noStrike">
                          <a:solidFill>
                            <a:srgbClr val="000000"/>
                          </a:solidFill>
                          <a:latin typeface="Constantia"/>
                        </a:rPr>
                        <a:t>1</a:t>
                      </a:r>
                      <a:endParaRPr b="0" lang="es-CL" sz="12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d4ea"/>
                    </a:solidFill>
                  </a:tcPr>
                </a:tc>
                <a:tc>
                  <a:txBody>
                    <a:bodyPr anchor="t">
                      <a:noAutofit/>
                    </a:bodyPr>
                    <a:p>
                      <a:pPr>
                        <a:lnSpc>
                          <a:spcPct val="100000"/>
                        </a:lnSpc>
                        <a:buNone/>
                      </a:pPr>
                      <a:r>
                        <a:rPr b="0" lang="es-CL" sz="800" spc="-1" strike="noStrike">
                          <a:solidFill>
                            <a:srgbClr val="000000"/>
                          </a:solidFill>
                          <a:latin typeface="Constantia"/>
                        </a:rPr>
                        <a:t>Container of recommended programs</a:t>
                      </a:r>
                      <a:endParaRPr b="0" lang="es-CL" sz="8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d4ea"/>
                    </a:solidFill>
                  </a:tcPr>
                </a:tc>
              </a:tr>
              <a:tr h="485640">
                <a:tc>
                  <a:txBody>
                    <a:bodyPr anchor="t">
                      <a:noAutofit/>
                    </a:bodyPr>
                    <a:p>
                      <a:pPr algn="ctr">
                        <a:lnSpc>
                          <a:spcPct val="100000"/>
                        </a:lnSpc>
                        <a:buNone/>
                      </a:pPr>
                      <a:r>
                        <a:rPr b="0" lang="es-CL" sz="1200" spc="-1" strike="noStrike">
                          <a:solidFill>
                            <a:srgbClr val="000000"/>
                          </a:solidFill>
                          <a:latin typeface="Constantia"/>
                        </a:rPr>
                        <a:t>2</a:t>
                      </a:r>
                      <a:endParaRPr b="0" lang="es-CL" sz="12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7ebf4"/>
                    </a:solidFill>
                  </a:tcPr>
                </a:tc>
                <a:tc>
                  <a:txBody>
                    <a:bodyPr anchor="t">
                      <a:noAutofit/>
                    </a:bodyPr>
                    <a:p>
                      <a:pPr>
                        <a:lnSpc>
                          <a:spcPct val="100000"/>
                        </a:lnSpc>
                        <a:buNone/>
                      </a:pPr>
                      <a:r>
                        <a:rPr b="0" lang="en-US" sz="800" spc="-1" strike="noStrike">
                          <a:solidFill>
                            <a:srgbClr val="000000"/>
                          </a:solidFill>
                          <a:latin typeface="Constantia"/>
                        </a:rPr>
                        <a:t>Segment carousel, moving between them will change the view</a:t>
                      </a:r>
                      <a:endParaRPr b="0" lang="es-CL" sz="8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7ebf4"/>
                    </a:solidFill>
                  </a:tcPr>
                </a:tc>
              </a:tr>
              <a:tr h="443520">
                <a:tc>
                  <a:txBody>
                    <a:bodyPr anchor="t">
                      <a:noAutofit/>
                    </a:bodyPr>
                    <a:p>
                      <a:pPr algn="ctr">
                        <a:lnSpc>
                          <a:spcPct val="100000"/>
                        </a:lnSpc>
                        <a:buNone/>
                      </a:pPr>
                      <a:r>
                        <a:rPr b="0" lang="es-CL" sz="1200" spc="-1" strike="noStrike">
                          <a:solidFill>
                            <a:srgbClr val="000000"/>
                          </a:solidFill>
                          <a:latin typeface="Constantia"/>
                        </a:rPr>
                        <a:t>3</a:t>
                      </a:r>
                      <a:endParaRPr b="0" lang="es-CL" sz="12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d4ea"/>
                    </a:solidFill>
                  </a:tcPr>
                </a:tc>
                <a:tc>
                  <a:txBody>
                    <a:bodyPr anchor="t">
                      <a:noAutofit/>
                    </a:bodyPr>
                    <a:p>
                      <a:pPr>
                        <a:lnSpc>
                          <a:spcPct val="100000"/>
                        </a:lnSpc>
                        <a:buNone/>
                      </a:pPr>
                      <a:r>
                        <a:rPr b="0" lang="en-US" sz="800" spc="-1" strike="noStrike">
                          <a:solidFill>
                            <a:srgbClr val="000000"/>
                          </a:solidFill>
                          <a:latin typeface="Constantia"/>
                        </a:rPr>
                        <a:t>When entering a program, it will redirect you to the program view.</a:t>
                      </a:r>
                      <a:endParaRPr b="0" lang="es-CL" sz="8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d4ea"/>
                    </a:solidFill>
                  </a:tcPr>
                </a:tc>
              </a:tr>
            </a:tbl>
          </a:graphicData>
        </a:graphic>
      </p:graphicFrame>
      <p:pic>
        <p:nvPicPr>
          <p:cNvPr id="366" name="Imagen 3" descr=""/>
          <p:cNvPicPr/>
          <p:nvPr/>
        </p:nvPicPr>
        <p:blipFill>
          <a:blip r:embed="rId1"/>
          <a:stretch/>
        </p:blipFill>
        <p:spPr>
          <a:xfrm>
            <a:off x="323640" y="1412640"/>
            <a:ext cx="8424720" cy="3065400"/>
          </a:xfrm>
          <a:prstGeom prst="rect">
            <a:avLst/>
          </a:prstGeom>
          <a:ln w="0">
            <a:noFill/>
          </a:ln>
        </p:spPr>
      </p:pic>
      <p:pic>
        <p:nvPicPr>
          <p:cNvPr id="367" name="Imagen 8" descr=""/>
          <p:cNvPicPr/>
          <p:nvPr/>
        </p:nvPicPr>
        <p:blipFill>
          <a:blip r:embed="rId2"/>
          <a:stretch/>
        </p:blipFill>
        <p:spPr>
          <a:xfrm>
            <a:off x="8461080" y="1412640"/>
            <a:ext cx="275760" cy="431640"/>
          </a:xfrm>
          <a:prstGeom prst="rect">
            <a:avLst/>
          </a:prstGeom>
          <a:ln w="0">
            <a:noFill/>
          </a:ln>
        </p:spPr>
      </p:pic>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8" name="PlaceHolder 1"/>
          <p:cNvSpPr>
            <a:spLocks noGrp="1"/>
          </p:cNvSpPr>
          <p:nvPr>
            <p:ph type="title"/>
          </p:nvPr>
        </p:nvSpPr>
        <p:spPr>
          <a:xfrm>
            <a:off x="457200" y="704160"/>
            <a:ext cx="8218800" cy="492480"/>
          </a:xfrm>
          <a:prstGeom prst="rect">
            <a:avLst/>
          </a:prstGeom>
          <a:noFill/>
          <a:ln w="0">
            <a:noFill/>
          </a:ln>
        </p:spPr>
        <p:txBody>
          <a:bodyPr lIns="0" rIns="0" tIns="45000" bIns="0" anchor="b">
            <a:normAutofit fontScale="73000"/>
          </a:bodyPr>
          <a:p>
            <a:pPr>
              <a:lnSpc>
                <a:spcPct val="100000"/>
              </a:lnSpc>
              <a:buNone/>
            </a:pPr>
            <a:r>
              <a:rPr b="0" lang="en-US" sz="4000" spc="-1" strike="noStrike">
                <a:solidFill>
                  <a:srgbClr val="04617b"/>
                </a:solidFill>
                <a:latin typeface="Calibri"/>
              </a:rPr>
              <a:t>Menu &amp; function description</a:t>
            </a:r>
            <a:endParaRPr b="0" lang="es-CL" sz="4000" spc="-1" strike="noStrike">
              <a:solidFill>
                <a:srgbClr val="000000"/>
              </a:solidFill>
              <a:latin typeface="Constantia"/>
            </a:endParaRPr>
          </a:p>
        </p:txBody>
      </p:sp>
      <p:graphicFrame>
        <p:nvGraphicFramePr>
          <p:cNvPr id="369" name="Tabla 11"/>
          <p:cNvGraphicFramePr/>
          <p:nvPr/>
        </p:nvGraphicFramePr>
        <p:xfrm>
          <a:off x="323640" y="4478760"/>
          <a:ext cx="8424720" cy="1572120"/>
        </p:xfrm>
        <a:graphic>
          <a:graphicData uri="http://schemas.openxmlformats.org/drawingml/2006/table">
            <a:tbl>
              <a:tblPr/>
              <a:tblGrid>
                <a:gridCol w="859680"/>
                <a:gridCol w="7565040"/>
              </a:tblGrid>
              <a:tr h="291240">
                <a:tc>
                  <a:txBody>
                    <a:bodyPr anchor="ctr">
                      <a:noAutofit/>
                    </a:bodyPr>
                    <a:p>
                      <a:pPr algn="ctr">
                        <a:lnSpc>
                          <a:spcPct val="100000"/>
                        </a:lnSpc>
                        <a:buNone/>
                      </a:pPr>
                      <a:r>
                        <a:rPr b="1" lang="es-CL" sz="1200" spc="-1" strike="noStrike">
                          <a:solidFill>
                            <a:srgbClr val="ffffff"/>
                          </a:solidFill>
                          <a:latin typeface="Constantia"/>
                        </a:rPr>
                        <a:t>N°</a:t>
                      </a:r>
                      <a:endParaRPr b="0" lang="es-CL" sz="1200" spc="-1" strike="noStrike">
                        <a:latin typeface="Arial"/>
                      </a:endParaRPr>
                    </a:p>
                  </a:txBody>
                  <a:tcPr anchor="ctr" marL="91440" marR="91440">
                    <a:lnL w="12240">
                      <a:solidFill>
                        <a:srgbClr val="ffffff"/>
                      </a:solidFill>
                    </a:lnL>
                    <a:lnR w="12240">
                      <a:solidFill>
                        <a:srgbClr val="ffffff"/>
                      </a:solidFill>
                    </a:lnR>
                    <a:lnT w="12240">
                      <a:solidFill>
                        <a:srgbClr val="ffffff"/>
                      </a:solidFill>
                    </a:lnT>
                    <a:lnB w="38160">
                      <a:solidFill>
                        <a:srgbClr val="ffffff"/>
                      </a:solidFill>
                    </a:lnB>
                    <a:solidFill>
                      <a:srgbClr val="0f6fc6"/>
                    </a:solidFill>
                  </a:tcPr>
                </a:tc>
                <a:tc>
                  <a:txBody>
                    <a:bodyPr anchor="ctr">
                      <a:noAutofit/>
                    </a:bodyPr>
                    <a:p>
                      <a:pPr algn="ctr">
                        <a:lnSpc>
                          <a:spcPct val="100000"/>
                        </a:lnSpc>
                        <a:buNone/>
                      </a:pPr>
                      <a:r>
                        <a:rPr b="0" lang="es-CL" sz="1200" spc="-1" strike="noStrike">
                          <a:solidFill>
                            <a:srgbClr val="ffffff"/>
                          </a:solidFill>
                          <a:latin typeface="Constantia"/>
                        </a:rPr>
                        <a:t>Description</a:t>
                      </a:r>
                      <a:endParaRPr b="0" lang="es-CL" sz="1200" spc="-1" strike="noStrike">
                        <a:latin typeface="Arial"/>
                      </a:endParaRPr>
                    </a:p>
                  </a:txBody>
                  <a:tcPr anchor="ctr" marL="91440" marR="91440">
                    <a:lnL w="12240">
                      <a:solidFill>
                        <a:srgbClr val="ffffff"/>
                      </a:solidFill>
                    </a:lnL>
                    <a:lnR w="12240">
                      <a:solidFill>
                        <a:srgbClr val="ffffff"/>
                      </a:solidFill>
                    </a:lnR>
                    <a:lnT w="12240">
                      <a:solidFill>
                        <a:srgbClr val="ffffff"/>
                      </a:solidFill>
                    </a:lnT>
                    <a:lnB w="38160">
                      <a:solidFill>
                        <a:srgbClr val="ffffff"/>
                      </a:solidFill>
                    </a:lnB>
                    <a:solidFill>
                      <a:srgbClr val="0f6fc6"/>
                    </a:solidFill>
                  </a:tcPr>
                </a:tc>
              </a:tr>
              <a:tr h="351720">
                <a:tc>
                  <a:txBody>
                    <a:bodyPr anchor="t">
                      <a:noAutofit/>
                    </a:bodyPr>
                    <a:p>
                      <a:pPr algn="ctr">
                        <a:lnSpc>
                          <a:spcPct val="100000"/>
                        </a:lnSpc>
                        <a:buNone/>
                      </a:pPr>
                      <a:r>
                        <a:rPr b="0" lang="es-CL" sz="1200" spc="-1" strike="noStrike">
                          <a:solidFill>
                            <a:srgbClr val="000000"/>
                          </a:solidFill>
                          <a:latin typeface="Constantia"/>
                        </a:rPr>
                        <a:t>1</a:t>
                      </a:r>
                      <a:endParaRPr b="0" lang="es-CL" sz="12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d4ea"/>
                    </a:solidFill>
                  </a:tcPr>
                </a:tc>
                <a:tc>
                  <a:txBody>
                    <a:bodyPr anchor="t">
                      <a:noAutofit/>
                    </a:bodyPr>
                    <a:p>
                      <a:pPr>
                        <a:lnSpc>
                          <a:spcPct val="100000"/>
                        </a:lnSpc>
                        <a:buNone/>
                        <a:tabLst>
                          <a:tab algn="l" pos="0"/>
                        </a:tabLst>
                      </a:pPr>
                      <a:r>
                        <a:rPr b="0" lang="es-CL" sz="800" spc="-1" strike="noStrike">
                          <a:solidFill>
                            <a:srgbClr val="000000"/>
                          </a:solidFill>
                          <a:latin typeface="Constantia"/>
                        </a:rPr>
                        <a:t>Container of Detail programs</a:t>
                      </a:r>
                      <a:endParaRPr b="0" lang="es-CL" sz="8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d4ea"/>
                    </a:solidFill>
                  </a:tcPr>
                </a:tc>
              </a:tr>
              <a:tr h="485640">
                <a:tc>
                  <a:txBody>
                    <a:bodyPr anchor="t">
                      <a:noAutofit/>
                    </a:bodyPr>
                    <a:p>
                      <a:pPr algn="ctr">
                        <a:lnSpc>
                          <a:spcPct val="100000"/>
                        </a:lnSpc>
                        <a:buNone/>
                      </a:pPr>
                      <a:r>
                        <a:rPr b="0" lang="es-CL" sz="1200" spc="-1" strike="noStrike">
                          <a:solidFill>
                            <a:srgbClr val="000000"/>
                          </a:solidFill>
                          <a:latin typeface="Constantia"/>
                        </a:rPr>
                        <a:t>2</a:t>
                      </a:r>
                      <a:endParaRPr b="0" lang="es-CL" sz="12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7ebf4"/>
                    </a:solidFill>
                  </a:tcPr>
                </a:tc>
                <a:tc>
                  <a:txBody>
                    <a:bodyPr anchor="t">
                      <a:noAutofit/>
                    </a:bodyPr>
                    <a:p>
                      <a:pPr>
                        <a:lnSpc>
                          <a:spcPct val="100000"/>
                        </a:lnSpc>
                        <a:buNone/>
                      </a:pPr>
                      <a:r>
                        <a:rPr b="0" lang="en-US" sz="800" spc="-1" strike="noStrike">
                          <a:solidFill>
                            <a:srgbClr val="000000"/>
                          </a:solidFill>
                          <a:latin typeface="Constantia"/>
                        </a:rPr>
                        <a:t>Segment carousel, moving between them will change the view</a:t>
                      </a:r>
                      <a:endParaRPr b="0" lang="es-CL" sz="8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7ebf4"/>
                    </a:solidFill>
                  </a:tcPr>
                </a:tc>
              </a:tr>
              <a:tr h="443520">
                <a:tc>
                  <a:txBody>
                    <a:bodyPr anchor="t">
                      <a:noAutofit/>
                    </a:bodyPr>
                    <a:p>
                      <a:pPr algn="ctr">
                        <a:lnSpc>
                          <a:spcPct val="100000"/>
                        </a:lnSpc>
                        <a:buNone/>
                      </a:pPr>
                      <a:r>
                        <a:rPr b="0" lang="es-CL" sz="1200" spc="-1" strike="noStrike">
                          <a:solidFill>
                            <a:srgbClr val="000000"/>
                          </a:solidFill>
                          <a:latin typeface="Constantia"/>
                        </a:rPr>
                        <a:t>3</a:t>
                      </a:r>
                      <a:endParaRPr b="0" lang="es-CL" sz="12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d4ea"/>
                    </a:solidFill>
                  </a:tcPr>
                </a:tc>
                <a:tc>
                  <a:txBody>
                    <a:bodyPr anchor="t">
                      <a:noAutofit/>
                    </a:bodyPr>
                    <a:p>
                      <a:pPr>
                        <a:lnSpc>
                          <a:spcPct val="100000"/>
                        </a:lnSpc>
                        <a:buNone/>
                      </a:pPr>
                      <a:r>
                        <a:rPr b="0" lang="en-US" sz="800" spc="-1" strike="noStrike">
                          <a:solidFill>
                            <a:srgbClr val="000000"/>
                          </a:solidFill>
                          <a:latin typeface="Constantia"/>
                        </a:rPr>
                        <a:t>When entering a program, it will redirect you to the program view.</a:t>
                      </a:r>
                      <a:endParaRPr b="0" lang="es-CL" sz="8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d4ea"/>
                    </a:solidFill>
                  </a:tcPr>
                </a:tc>
              </a:tr>
            </a:tbl>
          </a:graphicData>
        </a:graphic>
      </p:graphicFrame>
      <p:pic>
        <p:nvPicPr>
          <p:cNvPr id="370" name="Imagen 8" descr=""/>
          <p:cNvPicPr/>
          <p:nvPr/>
        </p:nvPicPr>
        <p:blipFill>
          <a:blip r:embed="rId1"/>
          <a:stretch/>
        </p:blipFill>
        <p:spPr>
          <a:xfrm>
            <a:off x="8461080" y="1412640"/>
            <a:ext cx="275760" cy="431640"/>
          </a:xfrm>
          <a:prstGeom prst="rect">
            <a:avLst/>
          </a:prstGeom>
          <a:ln w="0">
            <a:noFill/>
          </a:ln>
        </p:spPr>
      </p:pic>
      <p:pic>
        <p:nvPicPr>
          <p:cNvPr id="371" name="Imagen 4" descr=""/>
          <p:cNvPicPr/>
          <p:nvPr/>
        </p:nvPicPr>
        <p:blipFill>
          <a:blip r:embed="rId2"/>
          <a:stretch/>
        </p:blipFill>
        <p:spPr>
          <a:xfrm>
            <a:off x="323640" y="1423080"/>
            <a:ext cx="8424720" cy="2842920"/>
          </a:xfrm>
          <a:prstGeom prst="rect">
            <a:avLst/>
          </a:prstGeom>
          <a:ln w="0">
            <a:noFill/>
          </a:ln>
        </p:spPr>
      </p:pic>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2" name="PlaceHolder 1"/>
          <p:cNvSpPr>
            <a:spLocks noGrp="1"/>
          </p:cNvSpPr>
          <p:nvPr>
            <p:ph type="title"/>
          </p:nvPr>
        </p:nvSpPr>
        <p:spPr>
          <a:xfrm>
            <a:off x="457200" y="704160"/>
            <a:ext cx="8218800" cy="492480"/>
          </a:xfrm>
          <a:prstGeom prst="rect">
            <a:avLst/>
          </a:prstGeom>
          <a:noFill/>
          <a:ln w="0">
            <a:noFill/>
          </a:ln>
        </p:spPr>
        <p:txBody>
          <a:bodyPr lIns="0" rIns="0" tIns="45000" bIns="0" anchor="b">
            <a:normAutofit fontScale="73000"/>
          </a:bodyPr>
          <a:p>
            <a:pPr>
              <a:lnSpc>
                <a:spcPct val="100000"/>
              </a:lnSpc>
              <a:buNone/>
            </a:pPr>
            <a:r>
              <a:rPr b="0" lang="en-US" sz="4000" spc="-1" strike="noStrike">
                <a:solidFill>
                  <a:srgbClr val="04617b"/>
                </a:solidFill>
                <a:latin typeface="Calibri"/>
              </a:rPr>
              <a:t>Menu &amp; function description</a:t>
            </a:r>
            <a:endParaRPr b="0" lang="es-CL" sz="4000" spc="-1" strike="noStrike">
              <a:solidFill>
                <a:srgbClr val="000000"/>
              </a:solidFill>
              <a:latin typeface="Constantia"/>
            </a:endParaRPr>
          </a:p>
        </p:txBody>
      </p:sp>
      <p:pic>
        <p:nvPicPr>
          <p:cNvPr id="373" name="Imagen 6" descr=""/>
          <p:cNvPicPr/>
          <p:nvPr/>
        </p:nvPicPr>
        <p:blipFill>
          <a:blip r:embed="rId1"/>
          <a:stretch/>
        </p:blipFill>
        <p:spPr>
          <a:xfrm>
            <a:off x="323640" y="1412640"/>
            <a:ext cx="8424720" cy="4593240"/>
          </a:xfrm>
          <a:prstGeom prst="rect">
            <a:avLst/>
          </a:prstGeom>
          <a:ln w="0">
            <a:noFill/>
          </a:ln>
        </p:spPr>
      </p:pic>
      <p:graphicFrame>
        <p:nvGraphicFramePr>
          <p:cNvPr id="374" name="Tabla 11"/>
          <p:cNvGraphicFramePr/>
          <p:nvPr/>
        </p:nvGraphicFramePr>
        <p:xfrm>
          <a:off x="3978000" y="1412640"/>
          <a:ext cx="4752000" cy="2016000"/>
        </p:xfrm>
        <a:graphic>
          <a:graphicData uri="http://schemas.openxmlformats.org/drawingml/2006/table">
            <a:tbl>
              <a:tblPr/>
              <a:tblGrid>
                <a:gridCol w="377640"/>
                <a:gridCol w="4374360"/>
              </a:tblGrid>
              <a:tr h="451800">
                <a:tc>
                  <a:txBody>
                    <a:bodyPr anchor="ctr">
                      <a:noAutofit/>
                    </a:bodyPr>
                    <a:p>
                      <a:pPr algn="ctr">
                        <a:lnSpc>
                          <a:spcPct val="100000"/>
                        </a:lnSpc>
                        <a:buNone/>
                      </a:pPr>
                      <a:r>
                        <a:rPr b="1" lang="es-CL" sz="1200" spc="-1" strike="noStrike">
                          <a:solidFill>
                            <a:srgbClr val="ffffff"/>
                          </a:solidFill>
                          <a:latin typeface="Constantia"/>
                        </a:rPr>
                        <a:t>N°</a:t>
                      </a:r>
                      <a:endParaRPr b="0" lang="es-CL" sz="1200" spc="-1" strike="noStrike">
                        <a:latin typeface="Arial"/>
                      </a:endParaRPr>
                    </a:p>
                  </a:txBody>
                  <a:tcPr anchor="ctr" marL="91440" marR="91440">
                    <a:lnL w="12240">
                      <a:solidFill>
                        <a:srgbClr val="ffffff"/>
                      </a:solidFill>
                    </a:lnL>
                    <a:lnR w="12240">
                      <a:solidFill>
                        <a:srgbClr val="ffffff"/>
                      </a:solidFill>
                    </a:lnR>
                    <a:lnT w="12240">
                      <a:solidFill>
                        <a:srgbClr val="ffffff"/>
                      </a:solidFill>
                    </a:lnT>
                    <a:lnB w="38160">
                      <a:solidFill>
                        <a:srgbClr val="ffffff"/>
                      </a:solidFill>
                    </a:lnB>
                    <a:solidFill>
                      <a:srgbClr val="0f6fc6"/>
                    </a:solidFill>
                  </a:tcPr>
                </a:tc>
                <a:tc>
                  <a:txBody>
                    <a:bodyPr anchor="ctr">
                      <a:noAutofit/>
                    </a:bodyPr>
                    <a:p>
                      <a:pPr algn="ctr">
                        <a:lnSpc>
                          <a:spcPct val="100000"/>
                        </a:lnSpc>
                        <a:buNone/>
                      </a:pPr>
                      <a:r>
                        <a:rPr b="0" lang="es-CL" sz="1200" spc="-1" strike="noStrike">
                          <a:solidFill>
                            <a:srgbClr val="ffffff"/>
                          </a:solidFill>
                          <a:latin typeface="Constantia"/>
                        </a:rPr>
                        <a:t>Description</a:t>
                      </a:r>
                      <a:endParaRPr b="0" lang="es-CL" sz="1200" spc="-1" strike="noStrike">
                        <a:latin typeface="Arial"/>
                      </a:endParaRPr>
                    </a:p>
                  </a:txBody>
                  <a:tcPr anchor="ctr" marL="91440" marR="91440">
                    <a:lnL w="12240">
                      <a:solidFill>
                        <a:srgbClr val="ffffff"/>
                      </a:solidFill>
                    </a:lnL>
                    <a:lnR w="12240">
                      <a:solidFill>
                        <a:srgbClr val="ffffff"/>
                      </a:solidFill>
                    </a:lnR>
                    <a:lnT w="12240">
                      <a:solidFill>
                        <a:srgbClr val="ffffff"/>
                      </a:solidFill>
                    </a:lnT>
                    <a:lnB w="38160">
                      <a:solidFill>
                        <a:srgbClr val="ffffff"/>
                      </a:solidFill>
                    </a:lnB>
                    <a:solidFill>
                      <a:srgbClr val="0f6fc6"/>
                    </a:solidFill>
                  </a:tcPr>
                </a:tc>
              </a:tr>
              <a:tr h="351720">
                <a:tc>
                  <a:txBody>
                    <a:bodyPr anchor="t">
                      <a:noAutofit/>
                    </a:bodyPr>
                    <a:p>
                      <a:pPr algn="ctr">
                        <a:lnSpc>
                          <a:spcPct val="100000"/>
                        </a:lnSpc>
                        <a:buNone/>
                      </a:pPr>
                      <a:r>
                        <a:rPr b="0" lang="es-CL" sz="1200" spc="-1" strike="noStrike">
                          <a:solidFill>
                            <a:srgbClr val="000000"/>
                          </a:solidFill>
                          <a:latin typeface="Constantia"/>
                        </a:rPr>
                        <a:t>1</a:t>
                      </a:r>
                      <a:endParaRPr b="0" lang="es-CL" sz="12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d4ea"/>
                    </a:solidFill>
                  </a:tcPr>
                </a:tc>
                <a:tc>
                  <a:txBody>
                    <a:bodyPr anchor="t">
                      <a:noAutofit/>
                    </a:bodyPr>
                    <a:p>
                      <a:pPr>
                        <a:lnSpc>
                          <a:spcPct val="100000"/>
                        </a:lnSpc>
                        <a:buNone/>
                      </a:pPr>
                      <a:r>
                        <a:rPr b="0" lang="en-US" sz="800" spc="-1" strike="noStrike">
                          <a:solidFill>
                            <a:srgbClr val="000000"/>
                          </a:solidFill>
                          <a:latin typeface="Constantia"/>
                        </a:rPr>
                        <a:t>Return to the previous view</a:t>
                      </a:r>
                      <a:endParaRPr b="0" lang="es-CL" sz="8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d4ea"/>
                    </a:solidFill>
                  </a:tcPr>
                </a:tc>
              </a:tr>
              <a:tr h="485640">
                <a:tc>
                  <a:txBody>
                    <a:bodyPr anchor="t">
                      <a:noAutofit/>
                    </a:bodyPr>
                    <a:p>
                      <a:pPr algn="ctr">
                        <a:lnSpc>
                          <a:spcPct val="100000"/>
                        </a:lnSpc>
                        <a:buNone/>
                      </a:pPr>
                      <a:r>
                        <a:rPr b="0" lang="es-CL" sz="1200" spc="-1" strike="noStrike">
                          <a:solidFill>
                            <a:srgbClr val="000000"/>
                          </a:solidFill>
                          <a:latin typeface="Constantia"/>
                        </a:rPr>
                        <a:t>2</a:t>
                      </a:r>
                      <a:endParaRPr b="0" lang="es-CL" sz="12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7ebf4"/>
                    </a:solidFill>
                  </a:tcPr>
                </a:tc>
                <a:tc>
                  <a:txBody>
                    <a:bodyPr anchor="t">
                      <a:noAutofit/>
                    </a:bodyPr>
                    <a:p>
                      <a:pPr>
                        <a:lnSpc>
                          <a:spcPct val="100000"/>
                        </a:lnSpc>
                        <a:buNone/>
                      </a:pPr>
                      <a:r>
                        <a:rPr b="0" lang="en-US" sz="800" spc="-1" strike="noStrike">
                          <a:solidFill>
                            <a:srgbClr val="000000"/>
                          </a:solidFill>
                          <a:latin typeface="Constantia"/>
                        </a:rPr>
                        <a:t>Pauses the program, if it is already paused you can put it in play</a:t>
                      </a:r>
                      <a:endParaRPr b="0" lang="es-CL" sz="8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7ebf4"/>
                    </a:solidFill>
                  </a:tcPr>
                </a:tc>
              </a:tr>
              <a:tr h="443520">
                <a:tc>
                  <a:txBody>
                    <a:bodyPr anchor="t">
                      <a:noAutofit/>
                    </a:bodyPr>
                    <a:p>
                      <a:pPr algn="ctr">
                        <a:lnSpc>
                          <a:spcPct val="100000"/>
                        </a:lnSpc>
                        <a:buNone/>
                      </a:pPr>
                      <a:r>
                        <a:rPr b="0" lang="es-CL" sz="1200" spc="-1" strike="noStrike">
                          <a:solidFill>
                            <a:srgbClr val="000000"/>
                          </a:solidFill>
                          <a:latin typeface="Constantia"/>
                        </a:rPr>
                        <a:t>3</a:t>
                      </a:r>
                      <a:endParaRPr b="0" lang="es-CL" sz="12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d4ea"/>
                    </a:solidFill>
                  </a:tcPr>
                </a:tc>
                <a:tc>
                  <a:txBody>
                    <a:bodyPr anchor="t">
                      <a:noAutofit/>
                    </a:bodyPr>
                    <a:p>
                      <a:pPr>
                        <a:lnSpc>
                          <a:spcPct val="100000"/>
                        </a:lnSpc>
                        <a:buNone/>
                      </a:pPr>
                      <a:r>
                        <a:rPr b="0" lang="es-CL" sz="800" spc="-1" strike="noStrike">
                          <a:solidFill>
                            <a:srgbClr val="000000"/>
                          </a:solidFill>
                          <a:latin typeface="Constantia"/>
                        </a:rPr>
                        <a:t>Play the next chapter</a:t>
                      </a:r>
                      <a:endParaRPr b="0" lang="es-CL" sz="8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d4ea"/>
                    </a:solidFill>
                  </a:tcPr>
                </a:tc>
              </a:tr>
              <a:tr h="443520">
                <a:tc>
                  <a:txBody>
                    <a:bodyPr anchor="t">
                      <a:noAutofit/>
                    </a:bodyPr>
                    <a:p>
                      <a:pPr algn="ctr">
                        <a:lnSpc>
                          <a:spcPct val="100000"/>
                        </a:lnSpc>
                        <a:buNone/>
                      </a:pPr>
                      <a:r>
                        <a:rPr b="0" lang="es-CL" sz="1200" spc="-1" strike="noStrike">
                          <a:solidFill>
                            <a:srgbClr val="000000"/>
                          </a:solidFill>
                          <a:latin typeface="Constantia"/>
                        </a:rPr>
                        <a:t>4</a:t>
                      </a:r>
                      <a:endParaRPr b="0" lang="es-CL" sz="12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7ebf4"/>
                    </a:solidFill>
                  </a:tcPr>
                </a:tc>
                <a:tc>
                  <a:txBody>
                    <a:bodyPr anchor="t">
                      <a:noAutofit/>
                    </a:bodyPr>
                    <a:p>
                      <a:pPr>
                        <a:lnSpc>
                          <a:spcPct val="100000"/>
                        </a:lnSpc>
                        <a:buNone/>
                      </a:pPr>
                      <a:r>
                        <a:rPr b="0" lang="en-US" sz="800" spc="-1" strike="noStrike">
                          <a:solidFill>
                            <a:srgbClr val="000000"/>
                          </a:solidFill>
                          <a:latin typeface="Constantia"/>
                        </a:rPr>
                        <a:t>Show the progress of the program</a:t>
                      </a:r>
                      <a:endParaRPr b="0" lang="es-CL" sz="8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7ebf4"/>
                    </a:solidFill>
                  </a:tcPr>
                </a:tc>
              </a:tr>
            </a:tbl>
          </a:graphicData>
        </a:graphic>
      </p:graphicFrame>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5" name="PlaceHolder 1"/>
          <p:cNvSpPr>
            <a:spLocks noGrp="1"/>
          </p:cNvSpPr>
          <p:nvPr>
            <p:ph type="title"/>
          </p:nvPr>
        </p:nvSpPr>
        <p:spPr>
          <a:xfrm>
            <a:off x="457200" y="704160"/>
            <a:ext cx="8218800" cy="492480"/>
          </a:xfrm>
          <a:prstGeom prst="rect">
            <a:avLst/>
          </a:prstGeom>
          <a:noFill/>
          <a:ln w="0">
            <a:noFill/>
          </a:ln>
        </p:spPr>
        <p:txBody>
          <a:bodyPr lIns="0" rIns="0" tIns="45000" bIns="0" anchor="b">
            <a:normAutofit fontScale="73000"/>
          </a:bodyPr>
          <a:p>
            <a:pPr>
              <a:lnSpc>
                <a:spcPct val="100000"/>
              </a:lnSpc>
              <a:buNone/>
            </a:pPr>
            <a:r>
              <a:rPr b="0" lang="en-US" sz="4000" spc="-1" strike="noStrike">
                <a:solidFill>
                  <a:srgbClr val="04617b"/>
                </a:solidFill>
                <a:latin typeface="Calibri"/>
              </a:rPr>
              <a:t>Menu &amp; function description</a:t>
            </a:r>
            <a:endParaRPr b="0" lang="es-CL" sz="4000" spc="-1" strike="noStrike">
              <a:solidFill>
                <a:srgbClr val="000000"/>
              </a:solidFill>
              <a:latin typeface="Constantia"/>
            </a:endParaRPr>
          </a:p>
        </p:txBody>
      </p:sp>
      <p:pic>
        <p:nvPicPr>
          <p:cNvPr id="376" name="" descr=""/>
          <p:cNvPicPr/>
          <p:nvPr/>
        </p:nvPicPr>
        <p:blipFill>
          <a:blip r:embed="rId1"/>
          <a:stretch/>
        </p:blipFill>
        <p:spPr>
          <a:xfrm>
            <a:off x="756360" y="1440000"/>
            <a:ext cx="7920360" cy="3960000"/>
          </a:xfrm>
          <a:prstGeom prst="rect">
            <a:avLst/>
          </a:prstGeom>
          <a:ln w="0">
            <a:noFill/>
          </a:ln>
        </p:spPr>
      </p:pic>
      <p:graphicFrame>
        <p:nvGraphicFramePr>
          <p:cNvPr id="377" name="Tabla 2"/>
          <p:cNvGraphicFramePr/>
          <p:nvPr/>
        </p:nvGraphicFramePr>
        <p:xfrm>
          <a:off x="667440" y="4909680"/>
          <a:ext cx="8027640" cy="1571760"/>
        </p:xfrm>
        <a:graphic>
          <a:graphicData uri="http://schemas.openxmlformats.org/drawingml/2006/table">
            <a:tbl>
              <a:tblPr/>
              <a:tblGrid>
                <a:gridCol w="819360"/>
                <a:gridCol w="7208640"/>
              </a:tblGrid>
              <a:tr h="291240">
                <a:tc>
                  <a:txBody>
                    <a:bodyPr anchor="ctr">
                      <a:noAutofit/>
                    </a:bodyPr>
                    <a:p>
                      <a:pPr algn="ctr">
                        <a:lnSpc>
                          <a:spcPct val="100000"/>
                        </a:lnSpc>
                        <a:buNone/>
                      </a:pPr>
                      <a:r>
                        <a:rPr b="1" lang="es-CL" sz="1200" spc="-1" strike="noStrike">
                          <a:solidFill>
                            <a:srgbClr val="ffffff"/>
                          </a:solidFill>
                          <a:latin typeface="Constantia"/>
                        </a:rPr>
                        <a:t>N°</a:t>
                      </a:r>
                      <a:endParaRPr b="0" lang="es-CL" sz="1200" spc="-1" strike="noStrike">
                        <a:latin typeface="Times New Roman"/>
                      </a:endParaRPr>
                    </a:p>
                  </a:txBody>
                  <a:tcPr anchor="ctr" marL="91440" marR="91440">
                    <a:lnL w="12240">
                      <a:solidFill>
                        <a:srgbClr val="ffffff"/>
                      </a:solidFill>
                    </a:lnL>
                    <a:lnR w="12240">
                      <a:solidFill>
                        <a:srgbClr val="ffffff"/>
                      </a:solidFill>
                    </a:lnR>
                    <a:lnT w="12240">
                      <a:solidFill>
                        <a:srgbClr val="ffffff"/>
                      </a:solidFill>
                    </a:lnT>
                    <a:lnB w="38160">
                      <a:solidFill>
                        <a:srgbClr val="ffffff"/>
                      </a:solidFill>
                    </a:lnB>
                    <a:solidFill>
                      <a:srgbClr val="0f6fc6"/>
                    </a:solidFill>
                  </a:tcPr>
                </a:tc>
                <a:tc>
                  <a:txBody>
                    <a:bodyPr anchor="ctr">
                      <a:noAutofit/>
                    </a:bodyPr>
                    <a:p>
                      <a:pPr algn="ctr">
                        <a:lnSpc>
                          <a:spcPct val="100000"/>
                        </a:lnSpc>
                        <a:buNone/>
                      </a:pPr>
                      <a:r>
                        <a:rPr b="0" lang="es-CL" sz="1200" spc="-1" strike="noStrike">
                          <a:solidFill>
                            <a:srgbClr val="ffffff"/>
                          </a:solidFill>
                          <a:latin typeface="Constantia"/>
                        </a:rPr>
                        <a:t>Description</a:t>
                      </a:r>
                      <a:endParaRPr b="0" lang="es-CL" sz="1200" spc="-1" strike="noStrike">
                        <a:latin typeface="Times New Roman"/>
                      </a:endParaRPr>
                    </a:p>
                  </a:txBody>
                  <a:tcPr anchor="ctr" marL="91440" marR="91440">
                    <a:lnL w="12240">
                      <a:solidFill>
                        <a:srgbClr val="ffffff"/>
                      </a:solidFill>
                    </a:lnL>
                    <a:lnR w="12240">
                      <a:solidFill>
                        <a:srgbClr val="ffffff"/>
                      </a:solidFill>
                    </a:lnR>
                    <a:lnT w="12240">
                      <a:solidFill>
                        <a:srgbClr val="ffffff"/>
                      </a:solidFill>
                    </a:lnT>
                    <a:lnB w="38160">
                      <a:solidFill>
                        <a:srgbClr val="ffffff"/>
                      </a:solidFill>
                    </a:lnB>
                    <a:solidFill>
                      <a:srgbClr val="0f6fc6"/>
                    </a:solidFill>
                  </a:tcPr>
                </a:tc>
              </a:tr>
              <a:tr h="351720">
                <a:tc>
                  <a:txBody>
                    <a:bodyPr anchor="t">
                      <a:noAutofit/>
                    </a:bodyPr>
                    <a:p>
                      <a:pPr algn="ctr">
                        <a:lnSpc>
                          <a:spcPct val="100000"/>
                        </a:lnSpc>
                        <a:buNone/>
                      </a:pPr>
                      <a:r>
                        <a:rPr b="0" lang="es-CL" sz="1200" spc="-1" strike="noStrike">
                          <a:solidFill>
                            <a:srgbClr val="000000"/>
                          </a:solidFill>
                          <a:latin typeface="Constantia"/>
                        </a:rPr>
                        <a:t>1</a:t>
                      </a:r>
                      <a:endParaRPr b="0" lang="es-CL" sz="1200" spc="-1" strike="noStrike">
                        <a:latin typeface="Times New Roman"/>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d4ea"/>
                    </a:solidFill>
                  </a:tcPr>
                </a:tc>
                <a:tc>
                  <a:txBody>
                    <a:bodyPr anchor="t">
                      <a:noAutofit/>
                    </a:bodyPr>
                    <a:p>
                      <a:pPr>
                        <a:lnSpc>
                          <a:spcPct val="100000"/>
                        </a:lnSpc>
                        <a:buNone/>
                      </a:pPr>
                      <a:r>
                        <a:rPr b="0" lang="es-CL" sz="800" spc="-1" strike="noStrike">
                          <a:solidFill>
                            <a:srgbClr val="000000"/>
                          </a:solidFill>
                          <a:latin typeface="Constantia"/>
                        </a:rPr>
                        <a:t>Mi list programs favorites and focus</a:t>
                      </a:r>
                      <a:endParaRPr b="0" lang="es-CL" sz="800" spc="-1" strike="noStrike">
                        <a:latin typeface="Times New Roman"/>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d4ea"/>
                    </a:solidFill>
                  </a:tcPr>
                </a:tc>
              </a:tr>
            </a:tbl>
          </a:graphicData>
        </a:graphic>
      </p:graphicFrame>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78" name="" descr=""/>
          <p:cNvPicPr/>
          <p:nvPr/>
        </p:nvPicPr>
        <p:blipFill>
          <a:blip r:embed="rId1"/>
          <a:stretch/>
        </p:blipFill>
        <p:spPr>
          <a:xfrm>
            <a:off x="0" y="1356120"/>
            <a:ext cx="9143640" cy="4943880"/>
          </a:xfrm>
          <a:prstGeom prst="rect">
            <a:avLst/>
          </a:prstGeom>
          <a:ln w="0">
            <a:noFill/>
          </a:ln>
        </p:spPr>
      </p:pic>
      <p:sp>
        <p:nvSpPr>
          <p:cNvPr id="379" name="PlaceHolder 1"/>
          <p:cNvSpPr>
            <a:spLocks noGrp="1"/>
          </p:cNvSpPr>
          <p:nvPr>
            <p:ph type="title"/>
          </p:nvPr>
        </p:nvSpPr>
        <p:spPr>
          <a:xfrm>
            <a:off x="457200" y="704160"/>
            <a:ext cx="8218800" cy="492480"/>
          </a:xfrm>
          <a:prstGeom prst="rect">
            <a:avLst/>
          </a:prstGeom>
          <a:noFill/>
          <a:ln w="0">
            <a:noFill/>
          </a:ln>
        </p:spPr>
        <p:txBody>
          <a:bodyPr lIns="0" rIns="0" tIns="45000" bIns="0" anchor="b">
            <a:normAutofit fontScale="73000"/>
          </a:bodyPr>
          <a:p>
            <a:pPr>
              <a:lnSpc>
                <a:spcPct val="100000"/>
              </a:lnSpc>
              <a:buNone/>
            </a:pPr>
            <a:r>
              <a:rPr b="0" lang="en-US" sz="4000" spc="-1" strike="noStrike">
                <a:solidFill>
                  <a:srgbClr val="04617b"/>
                </a:solidFill>
                <a:latin typeface="Calibri"/>
              </a:rPr>
              <a:t>Menu &amp; function description</a:t>
            </a:r>
            <a:endParaRPr b="0" lang="es-CL" sz="4000" spc="-1" strike="noStrike">
              <a:solidFill>
                <a:srgbClr val="000000"/>
              </a:solidFill>
              <a:latin typeface="Constantia"/>
            </a:endParaRPr>
          </a:p>
        </p:txBody>
      </p:sp>
      <p:graphicFrame>
        <p:nvGraphicFramePr>
          <p:cNvPr id="380" name="Tabla 3"/>
          <p:cNvGraphicFramePr/>
          <p:nvPr/>
        </p:nvGraphicFramePr>
        <p:xfrm>
          <a:off x="2877120" y="3273480"/>
          <a:ext cx="6047640" cy="1128240"/>
        </p:xfrm>
        <a:graphic>
          <a:graphicData uri="http://schemas.openxmlformats.org/drawingml/2006/table">
            <a:tbl>
              <a:tblPr/>
              <a:tblGrid>
                <a:gridCol w="617400"/>
                <a:gridCol w="5430600"/>
              </a:tblGrid>
              <a:tr h="291240">
                <a:tc>
                  <a:txBody>
                    <a:bodyPr anchor="ctr">
                      <a:noAutofit/>
                    </a:bodyPr>
                    <a:p>
                      <a:pPr algn="ctr">
                        <a:lnSpc>
                          <a:spcPct val="100000"/>
                        </a:lnSpc>
                        <a:buNone/>
                      </a:pPr>
                      <a:r>
                        <a:rPr b="1" lang="es-CL" sz="1200" spc="-1" strike="noStrike">
                          <a:solidFill>
                            <a:srgbClr val="ffffff"/>
                          </a:solidFill>
                          <a:latin typeface="Constantia"/>
                        </a:rPr>
                        <a:t>N°</a:t>
                      </a:r>
                      <a:endParaRPr b="0" lang="es-CL" sz="1200" spc="-1" strike="noStrike">
                        <a:latin typeface="Times New Roman"/>
                      </a:endParaRPr>
                    </a:p>
                  </a:txBody>
                  <a:tcPr anchor="ctr" marL="91440" marR="91440">
                    <a:lnL w="12240">
                      <a:solidFill>
                        <a:srgbClr val="ffffff"/>
                      </a:solidFill>
                    </a:lnL>
                    <a:lnR w="12240">
                      <a:solidFill>
                        <a:srgbClr val="ffffff"/>
                      </a:solidFill>
                    </a:lnR>
                    <a:lnT w="12240">
                      <a:solidFill>
                        <a:srgbClr val="ffffff"/>
                      </a:solidFill>
                    </a:lnT>
                    <a:lnB w="38160">
                      <a:solidFill>
                        <a:srgbClr val="ffffff"/>
                      </a:solidFill>
                    </a:lnB>
                    <a:solidFill>
                      <a:srgbClr val="0f6fc6"/>
                    </a:solidFill>
                  </a:tcPr>
                </a:tc>
                <a:tc>
                  <a:txBody>
                    <a:bodyPr anchor="ctr">
                      <a:noAutofit/>
                    </a:bodyPr>
                    <a:p>
                      <a:pPr algn="ctr">
                        <a:lnSpc>
                          <a:spcPct val="100000"/>
                        </a:lnSpc>
                        <a:buNone/>
                      </a:pPr>
                      <a:r>
                        <a:rPr b="0" lang="es-CL" sz="1200" spc="-1" strike="noStrike">
                          <a:solidFill>
                            <a:srgbClr val="ffffff"/>
                          </a:solidFill>
                          <a:latin typeface="Constantia"/>
                        </a:rPr>
                        <a:t>Description</a:t>
                      </a:r>
                      <a:endParaRPr b="0" lang="es-CL" sz="1200" spc="-1" strike="noStrike">
                        <a:latin typeface="Times New Roman"/>
                      </a:endParaRPr>
                    </a:p>
                  </a:txBody>
                  <a:tcPr anchor="ctr" marL="91440" marR="91440">
                    <a:lnL w="12240">
                      <a:solidFill>
                        <a:srgbClr val="ffffff"/>
                      </a:solidFill>
                    </a:lnL>
                    <a:lnR w="12240">
                      <a:solidFill>
                        <a:srgbClr val="ffffff"/>
                      </a:solidFill>
                    </a:lnR>
                    <a:lnT w="12240">
                      <a:solidFill>
                        <a:srgbClr val="ffffff"/>
                      </a:solidFill>
                    </a:lnT>
                    <a:lnB w="38160">
                      <a:solidFill>
                        <a:srgbClr val="ffffff"/>
                      </a:solidFill>
                    </a:lnB>
                    <a:solidFill>
                      <a:srgbClr val="0f6fc6"/>
                    </a:solidFill>
                  </a:tcPr>
                </a:tc>
              </a:tr>
              <a:tr h="351720">
                <a:tc>
                  <a:txBody>
                    <a:bodyPr anchor="t">
                      <a:noAutofit/>
                    </a:bodyPr>
                    <a:p>
                      <a:pPr algn="ctr">
                        <a:lnSpc>
                          <a:spcPct val="100000"/>
                        </a:lnSpc>
                        <a:buNone/>
                      </a:pPr>
                      <a:r>
                        <a:rPr b="0" lang="es-CL" sz="1200" spc="-1" strike="noStrike">
                          <a:solidFill>
                            <a:srgbClr val="000000"/>
                          </a:solidFill>
                          <a:latin typeface="Constantia"/>
                        </a:rPr>
                        <a:t>1</a:t>
                      </a:r>
                      <a:endParaRPr b="0" lang="es-CL" sz="1200" spc="-1" strike="noStrike">
                        <a:latin typeface="Times New Roman"/>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d4ea"/>
                    </a:solidFill>
                  </a:tcPr>
                </a:tc>
                <a:tc>
                  <a:txBody>
                    <a:bodyPr anchor="t">
                      <a:noAutofit/>
                    </a:bodyPr>
                    <a:p>
                      <a:pPr>
                        <a:lnSpc>
                          <a:spcPct val="100000"/>
                        </a:lnSpc>
                        <a:buNone/>
                      </a:pPr>
                      <a:r>
                        <a:rPr b="0" lang="es-CL" sz="1200" spc="-1" strike="noStrike">
                          <a:solidFill>
                            <a:srgbClr val="000000"/>
                          </a:solidFill>
                          <a:latin typeface="Constantia"/>
                        </a:rPr>
                        <a:t>Keyboard to search for programs</a:t>
                      </a:r>
                      <a:endParaRPr b="0" lang="es-CL" sz="1200" spc="-1" strike="noStrike">
                        <a:latin typeface="Times New Roman"/>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d4ea"/>
                    </a:solidFill>
                  </a:tcPr>
                </a:tc>
              </a:tr>
              <a:tr h="485640">
                <a:tc>
                  <a:txBody>
                    <a:bodyPr anchor="t">
                      <a:noAutofit/>
                    </a:bodyPr>
                    <a:p>
                      <a:pPr algn="ctr">
                        <a:lnSpc>
                          <a:spcPct val="100000"/>
                        </a:lnSpc>
                        <a:buNone/>
                      </a:pPr>
                      <a:r>
                        <a:rPr b="0" lang="es-CL" sz="1200" spc="-1" strike="noStrike">
                          <a:solidFill>
                            <a:srgbClr val="000000"/>
                          </a:solidFill>
                          <a:latin typeface="Constantia"/>
                        </a:rPr>
                        <a:t>2</a:t>
                      </a:r>
                      <a:endParaRPr b="0" lang="es-CL" sz="1200" spc="-1" strike="noStrike">
                        <a:latin typeface="Times New Roman"/>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7ebf4"/>
                    </a:solidFill>
                  </a:tcPr>
                </a:tc>
                <a:tc>
                  <a:txBody>
                    <a:bodyPr anchor="t">
                      <a:noAutofit/>
                    </a:bodyPr>
                    <a:p>
                      <a:pPr>
                        <a:lnSpc>
                          <a:spcPct val="100000"/>
                        </a:lnSpc>
                        <a:buNone/>
                      </a:pPr>
                      <a:r>
                        <a:rPr b="0" lang="en-US" sz="1200" spc="-1" strike="noStrike">
                          <a:solidFill>
                            <a:srgbClr val="000000"/>
                          </a:solidFill>
                          <a:latin typeface="Constantia"/>
                        </a:rPr>
                        <a:t>Program container; programs will be displayed as the program title is typed.</a:t>
                      </a:r>
                      <a:endParaRPr b="0" lang="es-CL" sz="1200" spc="-1" strike="noStrike">
                        <a:latin typeface="Times New Roman"/>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7ebf4"/>
                    </a:solidFill>
                  </a:tcPr>
                </a:tc>
              </a:tr>
            </a:tbl>
          </a:graphicData>
        </a:graphic>
      </p:graphicFrame>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81" name="" descr=""/>
          <p:cNvPicPr/>
          <p:nvPr/>
        </p:nvPicPr>
        <p:blipFill>
          <a:blip r:embed="rId1"/>
          <a:stretch/>
        </p:blipFill>
        <p:spPr>
          <a:xfrm>
            <a:off x="0" y="1593360"/>
            <a:ext cx="9143640" cy="5264640"/>
          </a:xfrm>
          <a:prstGeom prst="rect">
            <a:avLst/>
          </a:prstGeom>
          <a:ln w="0">
            <a:noFill/>
          </a:ln>
        </p:spPr>
      </p:pic>
      <p:sp>
        <p:nvSpPr>
          <p:cNvPr id="382" name="PlaceHolder 1"/>
          <p:cNvSpPr>
            <a:spLocks noGrp="1"/>
          </p:cNvSpPr>
          <p:nvPr>
            <p:ph type="title"/>
          </p:nvPr>
        </p:nvSpPr>
        <p:spPr>
          <a:xfrm>
            <a:off x="457200" y="704160"/>
            <a:ext cx="8218800" cy="492480"/>
          </a:xfrm>
          <a:prstGeom prst="rect">
            <a:avLst/>
          </a:prstGeom>
          <a:noFill/>
          <a:ln w="0">
            <a:noFill/>
          </a:ln>
        </p:spPr>
        <p:txBody>
          <a:bodyPr lIns="0" rIns="0" tIns="45000" bIns="0" anchor="b">
            <a:normAutofit fontScale="73000"/>
          </a:bodyPr>
          <a:p>
            <a:pPr>
              <a:lnSpc>
                <a:spcPct val="100000"/>
              </a:lnSpc>
              <a:buNone/>
            </a:pPr>
            <a:r>
              <a:rPr b="0" lang="en-US" sz="4000" spc="-1" strike="noStrike">
                <a:solidFill>
                  <a:srgbClr val="04617b"/>
                </a:solidFill>
                <a:latin typeface="Calibri"/>
              </a:rPr>
              <a:t>Menu &amp; function description</a:t>
            </a:r>
            <a:endParaRPr b="0" lang="es-CL" sz="4000" spc="-1" strike="noStrike">
              <a:solidFill>
                <a:srgbClr val="000000"/>
              </a:solidFill>
              <a:latin typeface="Constantia"/>
            </a:endParaRPr>
          </a:p>
        </p:txBody>
      </p:sp>
      <p:graphicFrame>
        <p:nvGraphicFramePr>
          <p:cNvPr id="383" name="Tabla 9"/>
          <p:cNvGraphicFramePr/>
          <p:nvPr/>
        </p:nvGraphicFramePr>
        <p:xfrm>
          <a:off x="-10800" y="1612440"/>
          <a:ext cx="3430800" cy="1934280"/>
        </p:xfrm>
        <a:graphic>
          <a:graphicData uri="http://schemas.openxmlformats.org/drawingml/2006/table">
            <a:tbl>
              <a:tblPr/>
              <a:tblGrid>
                <a:gridCol w="309600"/>
                <a:gridCol w="3121200"/>
              </a:tblGrid>
              <a:tr h="291240">
                <a:tc>
                  <a:txBody>
                    <a:bodyPr anchor="ctr">
                      <a:noAutofit/>
                    </a:bodyPr>
                    <a:p>
                      <a:pPr algn="ctr">
                        <a:lnSpc>
                          <a:spcPct val="100000"/>
                        </a:lnSpc>
                        <a:buNone/>
                      </a:pPr>
                      <a:r>
                        <a:rPr b="1" lang="es-CL" sz="1200" spc="-1" strike="noStrike">
                          <a:solidFill>
                            <a:srgbClr val="ffffff"/>
                          </a:solidFill>
                          <a:latin typeface="Constantia"/>
                        </a:rPr>
                        <a:t>N°</a:t>
                      </a:r>
                      <a:endParaRPr b="0" lang="es-CL" sz="1200" spc="-1" strike="noStrike">
                        <a:latin typeface="Times New Roman"/>
                      </a:endParaRPr>
                    </a:p>
                  </a:txBody>
                  <a:tcPr anchor="ctr" marL="91440" marR="91440">
                    <a:lnL w="12240">
                      <a:solidFill>
                        <a:srgbClr val="ffffff"/>
                      </a:solidFill>
                    </a:lnL>
                    <a:lnR w="12240">
                      <a:solidFill>
                        <a:srgbClr val="ffffff"/>
                      </a:solidFill>
                    </a:lnR>
                    <a:lnT w="12240">
                      <a:solidFill>
                        <a:srgbClr val="ffffff"/>
                      </a:solidFill>
                    </a:lnT>
                    <a:lnB w="38160">
                      <a:solidFill>
                        <a:srgbClr val="ffffff"/>
                      </a:solidFill>
                    </a:lnB>
                    <a:solidFill>
                      <a:srgbClr val="0f6fc6"/>
                    </a:solidFill>
                  </a:tcPr>
                </a:tc>
                <a:tc>
                  <a:txBody>
                    <a:bodyPr anchor="ctr">
                      <a:noAutofit/>
                    </a:bodyPr>
                    <a:p>
                      <a:pPr algn="ctr">
                        <a:lnSpc>
                          <a:spcPct val="100000"/>
                        </a:lnSpc>
                        <a:buNone/>
                      </a:pPr>
                      <a:r>
                        <a:rPr b="0" lang="es-CL" sz="1200" spc="-1" strike="noStrike">
                          <a:solidFill>
                            <a:srgbClr val="ffffff"/>
                          </a:solidFill>
                          <a:latin typeface="Constantia"/>
                        </a:rPr>
                        <a:t>Description</a:t>
                      </a:r>
                      <a:endParaRPr b="0" lang="es-CL" sz="1200" spc="-1" strike="noStrike">
                        <a:latin typeface="Times New Roman"/>
                      </a:endParaRPr>
                    </a:p>
                  </a:txBody>
                  <a:tcPr anchor="ctr" marL="91440" marR="91440">
                    <a:lnL w="12240">
                      <a:solidFill>
                        <a:srgbClr val="ffffff"/>
                      </a:solidFill>
                    </a:lnL>
                    <a:lnR w="12240">
                      <a:solidFill>
                        <a:srgbClr val="ffffff"/>
                      </a:solidFill>
                    </a:lnR>
                    <a:lnT w="12240">
                      <a:solidFill>
                        <a:srgbClr val="ffffff"/>
                      </a:solidFill>
                    </a:lnT>
                    <a:lnB w="38160">
                      <a:solidFill>
                        <a:srgbClr val="ffffff"/>
                      </a:solidFill>
                    </a:lnB>
                    <a:solidFill>
                      <a:srgbClr val="0f6fc6"/>
                    </a:solidFill>
                  </a:tcPr>
                </a:tc>
              </a:tr>
              <a:tr h="0">
                <a:tc>
                  <a:txBody>
                    <a:bodyPr anchor="t">
                      <a:noAutofit/>
                    </a:bodyPr>
                    <a:p>
                      <a:pPr algn="ctr">
                        <a:buNone/>
                      </a:pPr>
                      <a:r>
                        <a:rPr b="0" lang="es-CL" sz="2400" spc="-1" strike="noStrike">
                          <a:latin typeface="Times New Roman"/>
                        </a:rPr>
                        <a:t>1</a:t>
                      </a:r>
                      <a:endParaRPr b="0" lang="es-CL" sz="2400" spc="-1" strike="noStrike">
                        <a:latin typeface="Times New Roman"/>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d4ea"/>
                    </a:solidFill>
                  </a:tcPr>
                </a:tc>
                <a:tc>
                  <a:txBody>
                    <a:bodyPr anchor="t">
                      <a:noAutofit/>
                    </a:bodyPr>
                    <a:p>
                      <a:pPr>
                        <a:lnSpc>
                          <a:spcPct val="100000"/>
                        </a:lnSpc>
                        <a:buNone/>
                      </a:pPr>
                      <a:r>
                        <a:rPr b="0" lang="es-CL" sz="1300" spc="-1" strike="noStrike">
                          <a:solidFill>
                            <a:srgbClr val="000000"/>
                          </a:solidFill>
                          <a:latin typeface="Constantia"/>
                        </a:rPr>
                        <a:t>Profiles and adding a profile</a:t>
                      </a:r>
                      <a:endParaRPr b="0" lang="es-CL" sz="1300" spc="-1" strike="noStrike">
                        <a:latin typeface="Times New Roman"/>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d4ea"/>
                    </a:solidFill>
                  </a:tcPr>
                </a:tc>
              </a:tr>
              <a:tr h="0">
                <a:tc>
                  <a:txBody>
                    <a:bodyPr anchor="t">
                      <a:noAutofit/>
                    </a:bodyPr>
                    <a:p>
                      <a:pPr algn="ctr">
                        <a:buNone/>
                      </a:pPr>
                      <a:r>
                        <a:rPr b="0" lang="es-CL" sz="2400" spc="-1" strike="noStrike">
                          <a:latin typeface="Times New Roman"/>
                        </a:rPr>
                        <a:t>2</a:t>
                      </a:r>
                      <a:endParaRPr b="0" lang="es-CL" sz="2400" spc="-1" strike="noStrike">
                        <a:latin typeface="Times New Roman"/>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d4ea"/>
                    </a:solidFill>
                  </a:tcPr>
                </a:tc>
                <a:tc>
                  <a:txBody>
                    <a:bodyPr anchor="t">
                      <a:noAutofit/>
                    </a:bodyPr>
                    <a:p>
                      <a:pPr>
                        <a:lnSpc>
                          <a:spcPct val="100000"/>
                        </a:lnSpc>
                        <a:buNone/>
                      </a:pPr>
                      <a:r>
                        <a:rPr b="0" lang="es-CL" sz="1300" spc="-1" strike="noStrike">
                          <a:solidFill>
                            <a:srgbClr val="000000"/>
                          </a:solidFill>
                          <a:latin typeface="Constantia"/>
                        </a:rPr>
                        <a:t>Edit profile</a:t>
                      </a:r>
                      <a:endParaRPr b="0" lang="es-CL" sz="1300" spc="-1" strike="noStrike">
                        <a:latin typeface="Times New Roman"/>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d4ea"/>
                    </a:solidFill>
                  </a:tcPr>
                </a:tc>
              </a:tr>
              <a:tr h="0">
                <a:tc>
                  <a:txBody>
                    <a:bodyPr anchor="t">
                      <a:noAutofit/>
                    </a:bodyPr>
                    <a:p>
                      <a:pPr algn="ctr">
                        <a:buNone/>
                      </a:pPr>
                      <a:r>
                        <a:rPr b="0" lang="es-CL" sz="2400" spc="-1" strike="noStrike">
                          <a:latin typeface="Times New Roman"/>
                        </a:rPr>
                        <a:t>3</a:t>
                      </a:r>
                      <a:endParaRPr b="0" lang="es-CL" sz="2400" spc="-1" strike="noStrike">
                        <a:latin typeface="Times New Roman"/>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d4ea"/>
                    </a:solidFill>
                  </a:tcPr>
                </a:tc>
                <a:tc>
                  <a:txBody>
                    <a:bodyPr anchor="t">
                      <a:noAutofit/>
                    </a:bodyPr>
                    <a:p>
                      <a:pPr>
                        <a:lnSpc>
                          <a:spcPct val="100000"/>
                        </a:lnSpc>
                        <a:buNone/>
                      </a:pPr>
                      <a:r>
                        <a:rPr b="0" lang="es-CL" sz="1300" spc="-1" strike="noStrike">
                          <a:solidFill>
                            <a:srgbClr val="000000"/>
                          </a:solidFill>
                          <a:latin typeface="Constantia"/>
                        </a:rPr>
                        <a:t>Profile information</a:t>
                      </a:r>
                      <a:endParaRPr b="0" lang="es-CL" sz="1300" spc="-1" strike="noStrike">
                        <a:latin typeface="Times New Roman"/>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d4ea"/>
                    </a:solidFill>
                  </a:tcPr>
                </a:tc>
              </a:tr>
              <a:tr h="0">
                <a:tc>
                  <a:txBody>
                    <a:bodyPr anchor="t">
                      <a:noAutofit/>
                    </a:bodyPr>
                    <a:p>
                      <a:pPr algn="ctr">
                        <a:buNone/>
                      </a:pPr>
                      <a:r>
                        <a:rPr b="0" lang="es-CL" sz="1800" spc="-1" strike="noStrike">
                          <a:solidFill>
                            <a:srgbClr val="000000"/>
                          </a:solidFill>
                          <a:latin typeface="Constantia"/>
                        </a:rPr>
                        <a:t>4</a:t>
                      </a:r>
                      <a:endParaRPr b="0" lang="es-CL" sz="1800" spc="-1" strike="noStrike">
                        <a:latin typeface="Times New Roman"/>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d4ea"/>
                    </a:solidFill>
                  </a:tcPr>
                </a:tc>
                <a:tc>
                  <a:txBody>
                    <a:bodyPr anchor="t">
                      <a:noAutofit/>
                    </a:bodyPr>
                    <a:p>
                      <a:r>
                        <a:rPr b="0" lang="es-CL" sz="1300" spc="-1" strike="noStrike">
                          <a:solidFill>
                            <a:srgbClr val="000000"/>
                          </a:solidFill>
                          <a:latin typeface="Constantia"/>
                        </a:rPr>
                        <a:t>Sign Out</a:t>
                      </a:r>
                      <a:endParaRPr b="0" lang="es-CL" sz="1300" spc="-1" strike="noStrike">
                        <a:latin typeface="Times New Roman"/>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d4ea"/>
                    </a:solidFill>
                  </a:tcPr>
                </a:tc>
              </a:tr>
            </a:tbl>
          </a:graphicData>
        </a:graphic>
      </p:graphicFrame>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84" name="" descr=""/>
          <p:cNvPicPr/>
          <p:nvPr/>
        </p:nvPicPr>
        <p:blipFill>
          <a:blip r:embed="rId1"/>
          <a:stretch/>
        </p:blipFill>
        <p:spPr>
          <a:xfrm>
            <a:off x="-10800" y="1759320"/>
            <a:ext cx="9143640" cy="5098680"/>
          </a:xfrm>
          <a:prstGeom prst="rect">
            <a:avLst/>
          </a:prstGeom>
          <a:ln w="0">
            <a:noFill/>
          </a:ln>
        </p:spPr>
      </p:pic>
      <p:sp>
        <p:nvSpPr>
          <p:cNvPr id="385" name="PlaceHolder 1"/>
          <p:cNvSpPr>
            <a:spLocks noGrp="1"/>
          </p:cNvSpPr>
          <p:nvPr>
            <p:ph type="title"/>
          </p:nvPr>
        </p:nvSpPr>
        <p:spPr>
          <a:xfrm>
            <a:off x="457200" y="704160"/>
            <a:ext cx="8218800" cy="492480"/>
          </a:xfrm>
          <a:prstGeom prst="rect">
            <a:avLst/>
          </a:prstGeom>
          <a:noFill/>
          <a:ln w="0">
            <a:noFill/>
          </a:ln>
        </p:spPr>
        <p:txBody>
          <a:bodyPr lIns="0" rIns="0" tIns="45000" bIns="0" anchor="b">
            <a:normAutofit fontScale="73000"/>
          </a:bodyPr>
          <a:p>
            <a:pPr>
              <a:lnSpc>
                <a:spcPct val="100000"/>
              </a:lnSpc>
              <a:buNone/>
            </a:pPr>
            <a:r>
              <a:rPr b="0" lang="en-US" sz="4000" spc="-1" strike="noStrike">
                <a:solidFill>
                  <a:srgbClr val="04617b"/>
                </a:solidFill>
                <a:latin typeface="Calibri"/>
              </a:rPr>
              <a:t>Menu &amp; function description</a:t>
            </a:r>
            <a:endParaRPr b="0" lang="es-CL" sz="4000" spc="-1" strike="noStrike">
              <a:solidFill>
                <a:srgbClr val="000000"/>
              </a:solidFill>
              <a:latin typeface="Constantia"/>
            </a:endParaRPr>
          </a:p>
        </p:txBody>
      </p:sp>
      <p:graphicFrame>
        <p:nvGraphicFramePr>
          <p:cNvPr id="386" name="Tabla 10"/>
          <p:cNvGraphicFramePr/>
          <p:nvPr/>
        </p:nvGraphicFramePr>
        <p:xfrm>
          <a:off x="-10800" y="1612440"/>
          <a:ext cx="3430440" cy="1087560"/>
        </p:xfrm>
        <a:graphic>
          <a:graphicData uri="http://schemas.openxmlformats.org/drawingml/2006/table">
            <a:tbl>
              <a:tblPr/>
              <a:tblGrid>
                <a:gridCol w="309600"/>
                <a:gridCol w="3121200"/>
              </a:tblGrid>
              <a:tr h="607320">
                <a:tc>
                  <a:txBody>
                    <a:bodyPr anchor="ctr">
                      <a:noAutofit/>
                    </a:bodyPr>
                    <a:p>
                      <a:pPr algn="ctr">
                        <a:lnSpc>
                          <a:spcPct val="100000"/>
                        </a:lnSpc>
                        <a:buNone/>
                      </a:pPr>
                      <a:r>
                        <a:rPr b="1" lang="es-CL" sz="1200" spc="-1" strike="noStrike">
                          <a:solidFill>
                            <a:srgbClr val="ffffff"/>
                          </a:solidFill>
                          <a:latin typeface="Constantia"/>
                        </a:rPr>
                        <a:t>N°</a:t>
                      </a:r>
                      <a:endParaRPr b="0" lang="es-CL" sz="1200" spc="-1" strike="noStrike">
                        <a:latin typeface="Times New Roman"/>
                      </a:endParaRPr>
                    </a:p>
                  </a:txBody>
                  <a:tcPr anchor="ctr" marL="91440" marR="91440">
                    <a:lnL w="12240">
                      <a:solidFill>
                        <a:srgbClr val="ffffff"/>
                      </a:solidFill>
                    </a:lnL>
                    <a:lnR w="12240">
                      <a:solidFill>
                        <a:srgbClr val="ffffff"/>
                      </a:solidFill>
                    </a:lnR>
                    <a:lnT w="12240">
                      <a:solidFill>
                        <a:srgbClr val="ffffff"/>
                      </a:solidFill>
                    </a:lnT>
                    <a:lnB w="38160">
                      <a:solidFill>
                        <a:srgbClr val="ffffff"/>
                      </a:solidFill>
                    </a:lnB>
                    <a:solidFill>
                      <a:srgbClr val="0f6fc6"/>
                    </a:solidFill>
                  </a:tcPr>
                </a:tc>
                <a:tc>
                  <a:txBody>
                    <a:bodyPr anchor="ctr">
                      <a:noAutofit/>
                    </a:bodyPr>
                    <a:p>
                      <a:pPr algn="ctr">
                        <a:lnSpc>
                          <a:spcPct val="100000"/>
                        </a:lnSpc>
                        <a:buNone/>
                      </a:pPr>
                      <a:r>
                        <a:rPr b="0" lang="es-CL" sz="1200" spc="-1" strike="noStrike">
                          <a:solidFill>
                            <a:srgbClr val="ffffff"/>
                          </a:solidFill>
                          <a:latin typeface="Constantia"/>
                        </a:rPr>
                        <a:t>Description</a:t>
                      </a:r>
                      <a:endParaRPr b="0" lang="es-CL" sz="1200" spc="-1" strike="noStrike">
                        <a:latin typeface="Times New Roman"/>
                      </a:endParaRPr>
                    </a:p>
                  </a:txBody>
                  <a:tcPr anchor="ctr" marL="91440" marR="91440">
                    <a:lnL w="12240">
                      <a:solidFill>
                        <a:srgbClr val="ffffff"/>
                      </a:solidFill>
                    </a:lnL>
                    <a:lnR w="12240">
                      <a:solidFill>
                        <a:srgbClr val="ffffff"/>
                      </a:solidFill>
                    </a:lnR>
                    <a:lnT w="12240">
                      <a:solidFill>
                        <a:srgbClr val="ffffff"/>
                      </a:solidFill>
                    </a:lnT>
                    <a:lnB w="38160">
                      <a:solidFill>
                        <a:srgbClr val="ffffff"/>
                      </a:solidFill>
                    </a:lnB>
                    <a:solidFill>
                      <a:srgbClr val="0f6fc6"/>
                    </a:solidFill>
                  </a:tcPr>
                </a:tc>
              </a:tr>
              <a:tr h="480240">
                <a:tc>
                  <a:txBody>
                    <a:bodyPr anchor="t">
                      <a:noAutofit/>
                    </a:bodyPr>
                    <a:p>
                      <a:pPr algn="ctr">
                        <a:buNone/>
                      </a:pPr>
                      <a:r>
                        <a:rPr b="0" lang="es-CL" sz="1800" spc="-1" strike="noStrike">
                          <a:solidFill>
                            <a:srgbClr val="000000"/>
                          </a:solidFill>
                          <a:latin typeface="Constantia"/>
                        </a:rPr>
                        <a:t>1</a:t>
                      </a:r>
                      <a:endParaRPr b="0" lang="es-CL" sz="1800" spc="-1" strike="noStrike">
                        <a:latin typeface="Times New Roman"/>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d4ea"/>
                    </a:solidFill>
                  </a:tcPr>
                </a:tc>
                <a:tc>
                  <a:txBody>
                    <a:bodyPr anchor="t">
                      <a:noAutofit/>
                    </a:bodyPr>
                    <a:p>
                      <a:r>
                        <a:rPr b="0" lang="es-CL" sz="1300" spc="-1" strike="noStrike">
                          <a:solidFill>
                            <a:srgbClr val="000000"/>
                          </a:solidFill>
                          <a:latin typeface="Constantia"/>
                        </a:rPr>
                        <a:t>Sign Out</a:t>
                      </a:r>
                      <a:endParaRPr b="0" lang="es-CL" sz="1300" spc="-1" strike="noStrike">
                        <a:latin typeface="Times New Roman"/>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d4ea"/>
                    </a:solidFill>
                  </a:tcPr>
                </a:tc>
              </a:tr>
            </a:tbl>
          </a:graphicData>
        </a:graphic>
      </p:graphicFrame>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7" name="PlaceHolder 1"/>
          <p:cNvSpPr>
            <a:spLocks noGrp="1"/>
          </p:cNvSpPr>
          <p:nvPr>
            <p:ph type="title"/>
          </p:nvPr>
        </p:nvSpPr>
        <p:spPr>
          <a:xfrm>
            <a:off x="457200" y="704160"/>
            <a:ext cx="8229240" cy="1142640"/>
          </a:xfrm>
          <a:prstGeom prst="rect">
            <a:avLst/>
          </a:prstGeom>
          <a:noFill/>
          <a:ln w="0">
            <a:noFill/>
          </a:ln>
        </p:spPr>
        <p:txBody>
          <a:bodyPr lIns="0" rIns="0" tIns="45000" bIns="0" anchor="b">
            <a:noAutofit/>
          </a:bodyPr>
          <a:p>
            <a:pPr>
              <a:lnSpc>
                <a:spcPct val="100000"/>
              </a:lnSpc>
              <a:buNone/>
            </a:pPr>
            <a:r>
              <a:rPr b="0" lang="en-US" sz="4000" spc="-1" strike="noStrike">
                <a:solidFill>
                  <a:srgbClr val="04617b"/>
                </a:solidFill>
                <a:latin typeface="Calibri"/>
              </a:rPr>
              <a:t>Key Policy</a:t>
            </a:r>
            <a:r>
              <a:rPr b="0" i="1" lang="en-US" sz="4000" spc="-1" strike="noStrike">
                <a:solidFill>
                  <a:srgbClr val="55a839"/>
                </a:solidFill>
                <a:latin typeface="Calibri"/>
              </a:rPr>
              <a:t> </a:t>
            </a:r>
            <a:endParaRPr b="0" lang="es-CL" sz="4000" spc="-1" strike="noStrike">
              <a:solidFill>
                <a:srgbClr val="000000"/>
              </a:solidFill>
              <a:latin typeface="Constantia"/>
            </a:endParaRPr>
          </a:p>
        </p:txBody>
      </p:sp>
      <p:sp>
        <p:nvSpPr>
          <p:cNvPr id="388" name="PlaceHolder 2"/>
          <p:cNvSpPr>
            <a:spLocks noGrp="1"/>
          </p:cNvSpPr>
          <p:nvPr>
            <p:ph/>
          </p:nvPr>
        </p:nvSpPr>
        <p:spPr>
          <a:xfrm>
            <a:off x="457200" y="1935360"/>
            <a:ext cx="8229240" cy="4388760"/>
          </a:xfrm>
          <a:prstGeom prst="rect">
            <a:avLst/>
          </a:prstGeom>
          <a:noFill/>
          <a:ln w="0">
            <a:noFill/>
          </a:ln>
        </p:spPr>
        <p:txBody>
          <a:bodyPr lIns="90000" rIns="90000" tIns="45000" bIns="45000" anchor="t">
            <a:normAutofit/>
          </a:bodyPr>
          <a:p>
            <a:endParaRPr b="0" lang="es-CL" sz="2600" spc="-1" strike="noStrike">
              <a:solidFill>
                <a:srgbClr val="000000"/>
              </a:solidFill>
              <a:latin typeface="Constantia"/>
            </a:endParaRPr>
          </a:p>
        </p:txBody>
      </p:sp>
      <p:graphicFrame>
        <p:nvGraphicFramePr>
          <p:cNvPr id="389" name="Group 33"/>
          <p:cNvGraphicFramePr/>
          <p:nvPr/>
        </p:nvGraphicFramePr>
        <p:xfrm>
          <a:off x="539640" y="2493000"/>
          <a:ext cx="7920360" cy="3147120"/>
        </p:xfrm>
        <a:graphic>
          <a:graphicData uri="http://schemas.openxmlformats.org/drawingml/2006/table">
            <a:tbl>
              <a:tblPr/>
              <a:tblGrid>
                <a:gridCol w="1391400"/>
                <a:gridCol w="4728600"/>
                <a:gridCol w="1800360"/>
              </a:tblGrid>
              <a:tr h="364320">
                <a:tc>
                  <a:tcPr anchor="t" marL="36000" marR="36000">
                    <a:lnL w="2880">
                      <a:noFill/>
                    </a:lnL>
                    <a:lnR w="2880">
                      <a:noFill/>
                    </a:lnR>
                    <a:lnT w="2880">
                      <a:noFill/>
                    </a:lnT>
                    <a:lnB w="2880">
                      <a:solidFill>
                        <a:srgbClr val="808080"/>
                      </a:solidFill>
                    </a:lnB>
                    <a:noFill/>
                  </a:tcPr>
                </a:tc>
                <a:tc>
                  <a:tcPr anchor="t" marL="36000" marR="36000">
                    <a:lnL w="2880">
                      <a:noFill/>
                    </a:lnL>
                    <a:lnR w="2880">
                      <a:noFill/>
                    </a:lnR>
                    <a:lnT w="2880">
                      <a:noFill/>
                    </a:lnT>
                    <a:lnB w="2880">
                      <a:solidFill>
                        <a:srgbClr val="808080"/>
                      </a:solidFill>
                    </a:lnB>
                    <a:noFill/>
                  </a:tcPr>
                </a:tc>
                <a:tc>
                  <a:tcPr anchor="t" marL="36000" marR="36000">
                    <a:lnL w="2880">
                      <a:noFill/>
                    </a:lnL>
                    <a:lnR w="2880">
                      <a:noFill/>
                    </a:lnR>
                    <a:lnT w="2880">
                      <a:noFill/>
                    </a:lnT>
                    <a:lnB w="2880">
                      <a:solidFill>
                        <a:srgbClr val="808080"/>
                      </a:solidFill>
                    </a:lnB>
                    <a:noFill/>
                  </a:tcPr>
                </a:tc>
              </a:tr>
              <a:tr h="308880">
                <a:tc>
                  <a:txBody>
                    <a:bodyPr lIns="36000" rIns="36000" tIns="36000" bIns="36000" anchor="t">
                      <a:noAutofit/>
                    </a:bodyPr>
                    <a:p>
                      <a:pPr algn="ctr">
                        <a:lnSpc>
                          <a:spcPct val="100000"/>
                        </a:lnSpc>
                        <a:spcBef>
                          <a:spcPts val="300"/>
                        </a:spcBef>
                        <a:buNone/>
                        <a:tabLst>
                          <a:tab algn="l" pos="0"/>
                        </a:tabLst>
                      </a:pPr>
                      <a:r>
                        <a:rPr b="0" lang="en-US" sz="1500" spc="-1" strike="noStrike">
                          <a:solidFill>
                            <a:srgbClr val="404040"/>
                          </a:solidFill>
                          <a:latin typeface="Century Gothic"/>
                          <a:ea typeface="돋움"/>
                        </a:rPr>
                        <a:t>Button</a:t>
                      </a:r>
                      <a:endParaRPr b="0" lang="es-CL" sz="1500" spc="-1" strike="noStrike">
                        <a:latin typeface="Arial"/>
                      </a:endParaRPr>
                    </a:p>
                  </a:txBody>
                  <a:tcPr anchor="t" marL="36000" marR="36000">
                    <a:lnL w="2880">
                      <a:solidFill>
                        <a:srgbClr val="808080"/>
                      </a:solidFill>
                    </a:lnL>
                    <a:lnR w="2880">
                      <a:solidFill>
                        <a:srgbClr val="808080"/>
                      </a:solidFill>
                    </a:lnR>
                    <a:lnT w="2880">
                      <a:solidFill>
                        <a:srgbClr val="808080"/>
                      </a:solidFill>
                    </a:lnT>
                    <a:lnB w="2880">
                      <a:solidFill>
                        <a:srgbClr val="808080"/>
                      </a:solidFill>
                    </a:lnB>
                    <a:solidFill>
                      <a:srgbClr val="eaeaea"/>
                    </a:solidFill>
                  </a:tcPr>
                </a:tc>
                <a:tc>
                  <a:txBody>
                    <a:bodyPr lIns="36000" rIns="36000" tIns="36000" bIns="36000" anchor="t">
                      <a:noAutofit/>
                    </a:bodyPr>
                    <a:p>
                      <a:pPr algn="ctr">
                        <a:lnSpc>
                          <a:spcPct val="100000"/>
                        </a:lnSpc>
                        <a:spcBef>
                          <a:spcPts val="300"/>
                        </a:spcBef>
                        <a:buNone/>
                        <a:tabLst>
                          <a:tab algn="l" pos="0"/>
                        </a:tabLst>
                      </a:pPr>
                      <a:r>
                        <a:rPr b="0" lang="en-US" sz="1500" spc="-1" strike="noStrike">
                          <a:solidFill>
                            <a:srgbClr val="404040"/>
                          </a:solidFill>
                          <a:latin typeface="Century Gothic"/>
                          <a:ea typeface="돋움"/>
                        </a:rPr>
                        <a:t>Action</a:t>
                      </a:r>
                      <a:endParaRPr b="0" lang="es-CL" sz="1500" spc="-1" strike="noStrike">
                        <a:latin typeface="Arial"/>
                      </a:endParaRPr>
                    </a:p>
                  </a:txBody>
                  <a:tcPr anchor="t" marL="36000" marR="36000">
                    <a:lnL w="2880">
                      <a:solidFill>
                        <a:srgbClr val="808080"/>
                      </a:solidFill>
                    </a:lnL>
                    <a:lnR w="2880">
                      <a:solidFill>
                        <a:srgbClr val="808080"/>
                      </a:solidFill>
                    </a:lnR>
                    <a:lnT w="2880">
                      <a:solidFill>
                        <a:srgbClr val="808080"/>
                      </a:solidFill>
                    </a:lnT>
                    <a:lnB w="2880">
                      <a:solidFill>
                        <a:srgbClr val="808080"/>
                      </a:solidFill>
                    </a:lnB>
                    <a:solidFill>
                      <a:srgbClr val="eaeaea"/>
                    </a:solidFill>
                  </a:tcPr>
                </a:tc>
                <a:tc>
                  <a:txBody>
                    <a:bodyPr lIns="36000" rIns="36000" tIns="36000" bIns="36000" anchor="t">
                      <a:noAutofit/>
                    </a:bodyPr>
                    <a:p>
                      <a:pPr algn="ctr">
                        <a:lnSpc>
                          <a:spcPct val="100000"/>
                        </a:lnSpc>
                        <a:spcBef>
                          <a:spcPts val="300"/>
                        </a:spcBef>
                        <a:buNone/>
                        <a:tabLst>
                          <a:tab algn="l" pos="0"/>
                        </a:tabLst>
                      </a:pPr>
                      <a:r>
                        <a:rPr b="0" lang="en-US" sz="1500" spc="-1" strike="noStrike">
                          <a:solidFill>
                            <a:srgbClr val="404040"/>
                          </a:solidFill>
                          <a:latin typeface="Century Gothic"/>
                          <a:ea typeface="돋움"/>
                        </a:rPr>
                        <a:t>Remarks</a:t>
                      </a:r>
                      <a:endParaRPr b="0" lang="es-CL" sz="1500" spc="-1" strike="noStrike">
                        <a:latin typeface="Arial"/>
                      </a:endParaRPr>
                    </a:p>
                  </a:txBody>
                  <a:tcPr anchor="t" marL="36000" marR="36000">
                    <a:lnL w="2880">
                      <a:solidFill>
                        <a:srgbClr val="808080"/>
                      </a:solidFill>
                    </a:lnL>
                    <a:lnR w="2880">
                      <a:solidFill>
                        <a:srgbClr val="808080"/>
                      </a:solidFill>
                    </a:lnR>
                    <a:lnT w="2880">
                      <a:solidFill>
                        <a:srgbClr val="808080"/>
                      </a:solidFill>
                    </a:lnT>
                    <a:lnB w="2880">
                      <a:solidFill>
                        <a:srgbClr val="808080"/>
                      </a:solidFill>
                    </a:lnB>
                    <a:solidFill>
                      <a:srgbClr val="eaeaea"/>
                    </a:solidFill>
                  </a:tcPr>
                </a:tc>
              </a:tr>
              <a:tr h="308880">
                <a:tc>
                  <a:txBody>
                    <a:bodyPr lIns="36000" rIns="36000" tIns="36000" bIns="36000" anchor="t">
                      <a:noAutofit/>
                    </a:bodyPr>
                    <a:p>
                      <a:pPr>
                        <a:lnSpc>
                          <a:spcPct val="100000"/>
                        </a:lnSpc>
                        <a:spcBef>
                          <a:spcPts val="221"/>
                        </a:spcBef>
                        <a:buNone/>
                        <a:tabLst>
                          <a:tab algn="l" pos="0"/>
                        </a:tabLst>
                      </a:pPr>
                      <a:r>
                        <a:rPr b="0" i="1" lang="en-US" sz="1100" spc="-1" strike="noStrike">
                          <a:solidFill>
                            <a:srgbClr val="55a839"/>
                          </a:solidFill>
                          <a:latin typeface="Century Gothic"/>
                          <a:ea typeface="돋움"/>
                        </a:rPr>
                        <a:t>Play/Pause</a:t>
                      </a:r>
                      <a:endParaRPr b="0" lang="es-CL" sz="1100" spc="-1" strike="noStrike">
                        <a:latin typeface="Arial"/>
                      </a:endParaRPr>
                    </a:p>
                  </a:txBody>
                  <a:tcPr anchor="t" marL="36000" marR="36000">
                    <a:lnL w="2880">
                      <a:solidFill>
                        <a:srgbClr val="808080"/>
                      </a:solidFill>
                    </a:lnL>
                    <a:lnR w="2880">
                      <a:solidFill>
                        <a:srgbClr val="808080"/>
                      </a:solidFill>
                    </a:lnR>
                    <a:lnT w="2880">
                      <a:solidFill>
                        <a:srgbClr val="808080"/>
                      </a:solidFill>
                    </a:lnT>
                    <a:lnB w="2880">
                      <a:solidFill>
                        <a:srgbClr val="808080"/>
                      </a:solidFill>
                    </a:lnB>
                    <a:solidFill>
                      <a:srgbClr val="ffffff"/>
                    </a:solidFill>
                  </a:tcPr>
                </a:tc>
                <a:tc>
                  <a:txBody>
                    <a:bodyPr lIns="36000" rIns="36000" tIns="36000" bIns="36000" anchor="t">
                      <a:noAutofit/>
                    </a:bodyPr>
                    <a:p>
                      <a:pPr>
                        <a:lnSpc>
                          <a:spcPct val="100000"/>
                        </a:lnSpc>
                        <a:spcBef>
                          <a:spcPts val="221"/>
                        </a:spcBef>
                        <a:buNone/>
                        <a:tabLst>
                          <a:tab algn="l" pos="0"/>
                        </a:tabLst>
                      </a:pPr>
                      <a:r>
                        <a:rPr b="0" i="1" lang="es-CL" sz="1100" spc="-1" strike="noStrike">
                          <a:solidFill>
                            <a:srgbClr val="55a839"/>
                          </a:solidFill>
                          <a:latin typeface="Century Gothic"/>
                          <a:ea typeface="돋움"/>
                        </a:rPr>
                        <a:t>Play and Pause on live or VOD video player.</a:t>
                      </a:r>
                      <a:endParaRPr b="0" lang="es-CL" sz="1100" spc="-1" strike="noStrike">
                        <a:latin typeface="Arial"/>
                      </a:endParaRPr>
                    </a:p>
                  </a:txBody>
                  <a:tcPr anchor="t" marL="36000" marR="36000">
                    <a:lnL w="2880">
                      <a:solidFill>
                        <a:srgbClr val="808080"/>
                      </a:solidFill>
                    </a:lnL>
                    <a:lnR w="2880">
                      <a:solidFill>
                        <a:srgbClr val="808080"/>
                      </a:solidFill>
                    </a:lnR>
                    <a:lnT w="2880">
                      <a:solidFill>
                        <a:srgbClr val="808080"/>
                      </a:solidFill>
                    </a:lnT>
                    <a:lnB w="2880">
                      <a:solidFill>
                        <a:srgbClr val="808080"/>
                      </a:solidFill>
                    </a:lnB>
                    <a:solidFill>
                      <a:srgbClr val="ffffff"/>
                    </a:solidFill>
                  </a:tcPr>
                </a:tc>
                <a:tc>
                  <a:tcPr anchor="t" marL="36000" marR="36000">
                    <a:lnL w="2880">
                      <a:solidFill>
                        <a:srgbClr val="808080"/>
                      </a:solidFill>
                    </a:lnL>
                    <a:lnR w="2880">
                      <a:solidFill>
                        <a:srgbClr val="808080"/>
                      </a:solidFill>
                    </a:lnR>
                    <a:lnT w="2880">
                      <a:solidFill>
                        <a:srgbClr val="808080"/>
                      </a:solidFill>
                    </a:lnT>
                    <a:lnB w="2880">
                      <a:solidFill>
                        <a:srgbClr val="808080"/>
                      </a:solidFill>
                    </a:lnB>
                    <a:solidFill>
                      <a:srgbClr val="ffffff"/>
                    </a:solidFill>
                  </a:tcPr>
                </a:tc>
              </a:tr>
              <a:tr h="308880">
                <a:tc>
                  <a:tcPr anchor="t" marL="36000" marR="36000">
                    <a:lnL w="2880">
                      <a:solidFill>
                        <a:srgbClr val="808080"/>
                      </a:solidFill>
                    </a:lnL>
                    <a:lnR w="2880">
                      <a:solidFill>
                        <a:srgbClr val="808080"/>
                      </a:solidFill>
                    </a:lnR>
                    <a:lnT w="2880">
                      <a:solidFill>
                        <a:srgbClr val="808080"/>
                      </a:solidFill>
                    </a:lnT>
                    <a:lnB w="2880">
                      <a:solidFill>
                        <a:srgbClr val="808080"/>
                      </a:solidFill>
                    </a:lnB>
                    <a:solidFill>
                      <a:srgbClr val="ffffff"/>
                    </a:solidFill>
                  </a:tcPr>
                </a:tc>
                <a:tc>
                  <a:tcPr anchor="t" marL="36000" marR="36000">
                    <a:lnL w="2880">
                      <a:solidFill>
                        <a:srgbClr val="808080"/>
                      </a:solidFill>
                    </a:lnL>
                    <a:lnR w="2880">
                      <a:solidFill>
                        <a:srgbClr val="808080"/>
                      </a:solidFill>
                    </a:lnR>
                    <a:lnT w="2880">
                      <a:solidFill>
                        <a:srgbClr val="808080"/>
                      </a:solidFill>
                    </a:lnT>
                    <a:lnB w="2880">
                      <a:solidFill>
                        <a:srgbClr val="808080"/>
                      </a:solidFill>
                    </a:lnB>
                    <a:solidFill>
                      <a:srgbClr val="ffffff"/>
                    </a:solidFill>
                  </a:tcPr>
                </a:tc>
                <a:tc>
                  <a:tcPr anchor="t" marL="36000" marR="36000">
                    <a:lnL w="2880">
                      <a:solidFill>
                        <a:srgbClr val="808080"/>
                      </a:solidFill>
                    </a:lnL>
                    <a:lnR w="2880">
                      <a:solidFill>
                        <a:srgbClr val="808080"/>
                      </a:solidFill>
                    </a:lnR>
                    <a:lnT w="2880">
                      <a:solidFill>
                        <a:srgbClr val="808080"/>
                      </a:solidFill>
                    </a:lnT>
                    <a:lnB w="2880">
                      <a:solidFill>
                        <a:srgbClr val="808080"/>
                      </a:solidFill>
                    </a:lnB>
                    <a:solidFill>
                      <a:srgbClr val="ffffff"/>
                    </a:solidFill>
                  </a:tcPr>
                </a:tc>
              </a:tr>
              <a:tr h="308880">
                <a:tc>
                  <a:tcPr anchor="t" marL="36000" marR="36000">
                    <a:lnL w="2880">
                      <a:solidFill>
                        <a:srgbClr val="808080"/>
                      </a:solidFill>
                    </a:lnL>
                    <a:lnR w="2880">
                      <a:solidFill>
                        <a:srgbClr val="808080"/>
                      </a:solidFill>
                    </a:lnR>
                    <a:lnT w="2880">
                      <a:solidFill>
                        <a:srgbClr val="808080"/>
                      </a:solidFill>
                    </a:lnT>
                    <a:lnB w="2880">
                      <a:solidFill>
                        <a:srgbClr val="808080"/>
                      </a:solidFill>
                    </a:lnB>
                    <a:solidFill>
                      <a:srgbClr val="ffffff"/>
                    </a:solidFill>
                  </a:tcPr>
                </a:tc>
                <a:tc>
                  <a:tcPr anchor="t" marL="36000" marR="36000">
                    <a:lnL w="2880">
                      <a:solidFill>
                        <a:srgbClr val="808080"/>
                      </a:solidFill>
                    </a:lnL>
                    <a:lnR w="2880">
                      <a:solidFill>
                        <a:srgbClr val="808080"/>
                      </a:solidFill>
                    </a:lnR>
                    <a:lnT w="2880">
                      <a:solidFill>
                        <a:srgbClr val="808080"/>
                      </a:solidFill>
                    </a:lnT>
                    <a:lnB w="2880">
                      <a:solidFill>
                        <a:srgbClr val="808080"/>
                      </a:solidFill>
                    </a:lnB>
                    <a:solidFill>
                      <a:srgbClr val="ffffff"/>
                    </a:solidFill>
                  </a:tcPr>
                </a:tc>
                <a:tc>
                  <a:tcPr anchor="t" marL="36000" marR="36000">
                    <a:lnL w="2880">
                      <a:solidFill>
                        <a:srgbClr val="808080"/>
                      </a:solidFill>
                    </a:lnL>
                    <a:lnR w="2880">
                      <a:solidFill>
                        <a:srgbClr val="808080"/>
                      </a:solidFill>
                    </a:lnR>
                    <a:lnT w="2880">
                      <a:solidFill>
                        <a:srgbClr val="808080"/>
                      </a:solidFill>
                    </a:lnT>
                    <a:lnB w="2880">
                      <a:solidFill>
                        <a:srgbClr val="808080"/>
                      </a:solidFill>
                    </a:lnB>
                    <a:solidFill>
                      <a:srgbClr val="ffffff"/>
                    </a:solidFill>
                  </a:tcPr>
                </a:tc>
              </a:tr>
              <a:tr h="308880">
                <a:tc>
                  <a:tcPr anchor="t" marL="36000" marR="36000">
                    <a:lnL w="2880">
                      <a:solidFill>
                        <a:srgbClr val="808080"/>
                      </a:solidFill>
                    </a:lnL>
                    <a:lnR w="2880">
                      <a:solidFill>
                        <a:srgbClr val="808080"/>
                      </a:solidFill>
                    </a:lnR>
                    <a:lnT w="2880">
                      <a:solidFill>
                        <a:srgbClr val="808080"/>
                      </a:solidFill>
                    </a:lnT>
                    <a:lnB w="2880">
                      <a:solidFill>
                        <a:srgbClr val="808080"/>
                      </a:solidFill>
                    </a:lnB>
                    <a:solidFill>
                      <a:srgbClr val="ffffff"/>
                    </a:solidFill>
                  </a:tcPr>
                </a:tc>
                <a:tc>
                  <a:tcPr anchor="t" marL="36000" marR="36000">
                    <a:lnL w="2880">
                      <a:solidFill>
                        <a:srgbClr val="808080"/>
                      </a:solidFill>
                    </a:lnL>
                    <a:lnR w="2880">
                      <a:solidFill>
                        <a:srgbClr val="808080"/>
                      </a:solidFill>
                    </a:lnR>
                    <a:lnT w="2880">
                      <a:solidFill>
                        <a:srgbClr val="808080"/>
                      </a:solidFill>
                    </a:lnT>
                    <a:lnB w="2880">
                      <a:solidFill>
                        <a:srgbClr val="808080"/>
                      </a:solidFill>
                    </a:lnB>
                    <a:solidFill>
                      <a:srgbClr val="ffffff"/>
                    </a:solidFill>
                  </a:tcPr>
                </a:tc>
                <a:tc>
                  <a:tcPr anchor="t" marL="36000" marR="36000">
                    <a:lnL w="2880">
                      <a:solidFill>
                        <a:srgbClr val="808080"/>
                      </a:solidFill>
                    </a:lnL>
                    <a:lnR w="2880">
                      <a:solidFill>
                        <a:srgbClr val="808080"/>
                      </a:solidFill>
                    </a:lnR>
                    <a:lnT w="2880">
                      <a:solidFill>
                        <a:srgbClr val="808080"/>
                      </a:solidFill>
                    </a:lnT>
                    <a:lnB w="2880">
                      <a:solidFill>
                        <a:srgbClr val="808080"/>
                      </a:solidFill>
                    </a:lnB>
                    <a:solidFill>
                      <a:srgbClr val="ffffff"/>
                    </a:solidFill>
                  </a:tcPr>
                </a:tc>
              </a:tr>
              <a:tr h="308880">
                <a:tc>
                  <a:tcPr anchor="t" marL="36000" marR="36000">
                    <a:lnL w="2880">
                      <a:solidFill>
                        <a:srgbClr val="808080"/>
                      </a:solidFill>
                    </a:lnL>
                    <a:lnR w="2880">
                      <a:solidFill>
                        <a:srgbClr val="808080"/>
                      </a:solidFill>
                    </a:lnR>
                    <a:lnT w="2880">
                      <a:solidFill>
                        <a:srgbClr val="808080"/>
                      </a:solidFill>
                    </a:lnT>
                    <a:lnB w="2880">
                      <a:solidFill>
                        <a:srgbClr val="808080"/>
                      </a:solidFill>
                    </a:lnB>
                    <a:solidFill>
                      <a:srgbClr val="ffffff"/>
                    </a:solidFill>
                  </a:tcPr>
                </a:tc>
                <a:tc>
                  <a:tcPr anchor="t" marL="36000" marR="36000">
                    <a:lnL w="2880">
                      <a:solidFill>
                        <a:srgbClr val="808080"/>
                      </a:solidFill>
                    </a:lnL>
                    <a:lnR w="2880">
                      <a:solidFill>
                        <a:srgbClr val="808080"/>
                      </a:solidFill>
                    </a:lnR>
                    <a:lnT w="2880">
                      <a:solidFill>
                        <a:srgbClr val="808080"/>
                      </a:solidFill>
                    </a:lnT>
                    <a:lnB w="2880">
                      <a:solidFill>
                        <a:srgbClr val="808080"/>
                      </a:solidFill>
                    </a:lnB>
                    <a:solidFill>
                      <a:srgbClr val="ffffff"/>
                    </a:solidFill>
                  </a:tcPr>
                </a:tc>
                <a:tc>
                  <a:tcPr anchor="t" marL="36000" marR="36000">
                    <a:lnL w="2880">
                      <a:solidFill>
                        <a:srgbClr val="808080"/>
                      </a:solidFill>
                    </a:lnL>
                    <a:lnR w="2880">
                      <a:solidFill>
                        <a:srgbClr val="808080"/>
                      </a:solidFill>
                    </a:lnR>
                    <a:lnT w="2880">
                      <a:solidFill>
                        <a:srgbClr val="808080"/>
                      </a:solidFill>
                    </a:lnT>
                    <a:lnB w="2880">
                      <a:solidFill>
                        <a:srgbClr val="808080"/>
                      </a:solidFill>
                    </a:lnB>
                    <a:solidFill>
                      <a:srgbClr val="ffffff"/>
                    </a:solidFill>
                  </a:tcPr>
                </a:tc>
              </a:tr>
              <a:tr h="308880">
                <a:tc>
                  <a:txBody>
                    <a:bodyPr lIns="36000" rIns="36000" tIns="36000" bIns="36000" anchor="t">
                      <a:noAutofit/>
                    </a:bodyPr>
                    <a:p>
                      <a:pPr>
                        <a:lnSpc>
                          <a:spcPct val="100000"/>
                        </a:lnSpc>
                        <a:spcBef>
                          <a:spcPts val="221"/>
                        </a:spcBef>
                        <a:buNone/>
                        <a:tabLst>
                          <a:tab algn="l" pos="0"/>
                        </a:tabLst>
                      </a:pPr>
                      <a:r>
                        <a:rPr b="1" lang="en-US" sz="1100" spc="-1" strike="noStrike">
                          <a:solidFill>
                            <a:srgbClr val="ff0000"/>
                          </a:solidFill>
                          <a:latin typeface="Century Gothic"/>
                          <a:ea typeface="돋움"/>
                        </a:rPr>
                        <a:t>RETURN</a:t>
                      </a:r>
                      <a:endParaRPr b="0" lang="es-CL" sz="1100" spc="-1" strike="noStrike">
                        <a:latin typeface="Arial"/>
                      </a:endParaRPr>
                    </a:p>
                  </a:txBody>
                  <a:tcPr anchor="t" marL="36000" marR="36000">
                    <a:lnL w="2880">
                      <a:solidFill>
                        <a:srgbClr val="808080"/>
                      </a:solidFill>
                    </a:lnL>
                    <a:lnR w="2880">
                      <a:solidFill>
                        <a:srgbClr val="808080"/>
                      </a:solidFill>
                    </a:lnR>
                    <a:lnT w="2880">
                      <a:solidFill>
                        <a:srgbClr val="808080"/>
                      </a:solidFill>
                    </a:lnT>
                    <a:lnB w="2880">
                      <a:solidFill>
                        <a:srgbClr val="808080"/>
                      </a:solidFill>
                    </a:lnB>
                    <a:solidFill>
                      <a:srgbClr val="ffffff"/>
                    </a:solidFill>
                  </a:tcPr>
                </a:tc>
                <a:tc>
                  <a:txBody>
                    <a:bodyPr lIns="36000" rIns="36000" tIns="36000" bIns="36000" anchor="t">
                      <a:noAutofit/>
                    </a:bodyPr>
                    <a:p>
                      <a:pPr>
                        <a:lnSpc>
                          <a:spcPct val="100000"/>
                        </a:lnSpc>
                        <a:spcBef>
                          <a:spcPts val="221"/>
                        </a:spcBef>
                        <a:buNone/>
                        <a:tabLst>
                          <a:tab algn="l" pos="0"/>
                        </a:tabLst>
                      </a:pPr>
                      <a:r>
                        <a:rPr b="1" lang="en-US" sz="1100" spc="-1" strike="noStrike">
                          <a:solidFill>
                            <a:srgbClr val="ff0000"/>
                          </a:solidFill>
                          <a:latin typeface="Century Gothic"/>
                          <a:ea typeface="돋움"/>
                        </a:rPr>
                        <a:t>Move to previous page</a:t>
                      </a:r>
                      <a:endParaRPr b="0" lang="es-CL" sz="1100" spc="-1" strike="noStrike">
                        <a:latin typeface="Arial"/>
                      </a:endParaRPr>
                    </a:p>
                  </a:txBody>
                  <a:tcPr anchor="t" marL="36000" marR="36000">
                    <a:lnL w="2880">
                      <a:solidFill>
                        <a:srgbClr val="808080"/>
                      </a:solidFill>
                    </a:lnL>
                    <a:lnR w="2880">
                      <a:solidFill>
                        <a:srgbClr val="808080"/>
                      </a:solidFill>
                    </a:lnR>
                    <a:lnT w="2880">
                      <a:solidFill>
                        <a:srgbClr val="808080"/>
                      </a:solidFill>
                    </a:lnT>
                    <a:lnB w="2880">
                      <a:solidFill>
                        <a:srgbClr val="808080"/>
                      </a:solidFill>
                    </a:lnB>
                    <a:solidFill>
                      <a:srgbClr val="ffffff"/>
                    </a:solidFill>
                  </a:tcPr>
                </a:tc>
                <a:tc>
                  <a:txBody>
                    <a:bodyPr lIns="36000" rIns="36000" tIns="36000" bIns="36000" anchor="t">
                      <a:noAutofit/>
                    </a:bodyPr>
                    <a:p>
                      <a:pPr>
                        <a:lnSpc>
                          <a:spcPct val="100000"/>
                        </a:lnSpc>
                        <a:spcBef>
                          <a:spcPts val="221"/>
                        </a:spcBef>
                        <a:buNone/>
                        <a:tabLst>
                          <a:tab algn="l" pos="0"/>
                        </a:tabLst>
                      </a:pPr>
                      <a:r>
                        <a:rPr b="1" lang="en-US" sz="1100" spc="-1" strike="noStrike">
                          <a:solidFill>
                            <a:srgbClr val="ff0000"/>
                          </a:solidFill>
                          <a:latin typeface="Century Gothic"/>
                          <a:ea typeface="돋움"/>
                        </a:rPr>
                        <a:t>Samsung Mandatory</a:t>
                      </a:r>
                      <a:endParaRPr b="0" lang="es-CL" sz="1100" spc="-1" strike="noStrike">
                        <a:latin typeface="Arial"/>
                      </a:endParaRPr>
                    </a:p>
                  </a:txBody>
                  <a:tcPr anchor="t" marL="36000" marR="36000">
                    <a:lnL w="2880">
                      <a:solidFill>
                        <a:srgbClr val="808080"/>
                      </a:solidFill>
                    </a:lnL>
                    <a:lnR w="2880">
                      <a:solidFill>
                        <a:srgbClr val="808080"/>
                      </a:solidFill>
                    </a:lnR>
                    <a:lnT w="2880">
                      <a:solidFill>
                        <a:srgbClr val="808080"/>
                      </a:solidFill>
                    </a:lnT>
                    <a:lnB w="2880">
                      <a:solidFill>
                        <a:srgbClr val="808080"/>
                      </a:solidFill>
                    </a:lnB>
                    <a:solidFill>
                      <a:srgbClr val="ffffff"/>
                    </a:solidFill>
                  </a:tcPr>
                </a:tc>
              </a:tr>
              <a:tr h="308880">
                <a:tc>
                  <a:txBody>
                    <a:bodyPr lIns="36000" rIns="36000" tIns="36000" bIns="36000" anchor="t">
                      <a:noAutofit/>
                    </a:bodyPr>
                    <a:p>
                      <a:pPr>
                        <a:lnSpc>
                          <a:spcPct val="100000"/>
                        </a:lnSpc>
                        <a:spcBef>
                          <a:spcPts val="221"/>
                        </a:spcBef>
                        <a:buNone/>
                        <a:tabLst>
                          <a:tab algn="l" pos="0"/>
                        </a:tabLst>
                      </a:pPr>
                      <a:r>
                        <a:rPr b="1" lang="en-US" sz="1100" spc="-1" strike="noStrike">
                          <a:solidFill>
                            <a:srgbClr val="ff0000"/>
                          </a:solidFill>
                          <a:latin typeface="Century Gothic"/>
                          <a:ea typeface="돋움"/>
                        </a:rPr>
                        <a:t>EXIT</a:t>
                      </a:r>
                      <a:endParaRPr b="0" lang="es-CL" sz="1100" spc="-1" strike="noStrike">
                        <a:latin typeface="Arial"/>
                      </a:endParaRPr>
                    </a:p>
                  </a:txBody>
                  <a:tcPr anchor="t" marL="36000" marR="36000">
                    <a:lnL w="2880">
                      <a:solidFill>
                        <a:srgbClr val="808080"/>
                      </a:solidFill>
                    </a:lnL>
                    <a:lnR w="2880">
                      <a:solidFill>
                        <a:srgbClr val="808080"/>
                      </a:solidFill>
                    </a:lnR>
                    <a:lnT w="2880">
                      <a:solidFill>
                        <a:srgbClr val="808080"/>
                      </a:solidFill>
                    </a:lnT>
                    <a:lnB w="2880">
                      <a:solidFill>
                        <a:srgbClr val="808080"/>
                      </a:solidFill>
                    </a:lnB>
                    <a:solidFill>
                      <a:srgbClr val="ffffff"/>
                    </a:solidFill>
                  </a:tcPr>
                </a:tc>
                <a:tc>
                  <a:txBody>
                    <a:bodyPr lIns="36000" rIns="36000" tIns="36000" bIns="36000" anchor="t">
                      <a:noAutofit/>
                    </a:bodyPr>
                    <a:p>
                      <a:pPr>
                        <a:lnSpc>
                          <a:spcPct val="100000"/>
                        </a:lnSpc>
                        <a:spcBef>
                          <a:spcPts val="221"/>
                        </a:spcBef>
                        <a:buNone/>
                        <a:tabLst>
                          <a:tab algn="l" pos="0"/>
                        </a:tabLst>
                      </a:pPr>
                      <a:r>
                        <a:rPr b="1" lang="en-US" sz="1100" spc="-1" strike="noStrike">
                          <a:solidFill>
                            <a:srgbClr val="ff0000"/>
                          </a:solidFill>
                          <a:latin typeface="Century Gothic"/>
                          <a:ea typeface="돋움"/>
                        </a:rPr>
                        <a:t>Close the app and show broadcasting channel</a:t>
                      </a:r>
                      <a:endParaRPr b="0" lang="es-CL" sz="1100" spc="-1" strike="noStrike">
                        <a:latin typeface="Arial"/>
                      </a:endParaRPr>
                    </a:p>
                  </a:txBody>
                  <a:tcPr anchor="t" marL="36000" marR="36000">
                    <a:lnL w="2880">
                      <a:solidFill>
                        <a:srgbClr val="808080"/>
                      </a:solidFill>
                    </a:lnL>
                    <a:lnR w="2880">
                      <a:solidFill>
                        <a:srgbClr val="808080"/>
                      </a:solidFill>
                    </a:lnR>
                    <a:lnT w="2880">
                      <a:solidFill>
                        <a:srgbClr val="808080"/>
                      </a:solidFill>
                    </a:lnT>
                    <a:lnB w="2880">
                      <a:solidFill>
                        <a:srgbClr val="808080"/>
                      </a:solidFill>
                    </a:lnB>
                    <a:solidFill>
                      <a:srgbClr val="ffffff"/>
                    </a:solidFill>
                  </a:tcPr>
                </a:tc>
                <a:tc>
                  <a:txBody>
                    <a:bodyPr lIns="36000" rIns="36000" tIns="36000" bIns="36000" anchor="t">
                      <a:noAutofit/>
                    </a:bodyPr>
                    <a:p>
                      <a:pPr>
                        <a:lnSpc>
                          <a:spcPct val="100000"/>
                        </a:lnSpc>
                        <a:spcBef>
                          <a:spcPts val="221"/>
                        </a:spcBef>
                        <a:buNone/>
                        <a:tabLst>
                          <a:tab algn="l" pos="0"/>
                        </a:tabLst>
                      </a:pPr>
                      <a:r>
                        <a:rPr b="1" lang="en-US" sz="1100" spc="-1" strike="noStrike">
                          <a:solidFill>
                            <a:srgbClr val="ff0000"/>
                          </a:solidFill>
                          <a:latin typeface="Century Gothic"/>
                          <a:ea typeface="돋움"/>
                        </a:rPr>
                        <a:t>Samsung Mandatory</a:t>
                      </a:r>
                      <a:endParaRPr b="0" lang="es-CL" sz="1100" spc="-1" strike="noStrike">
                        <a:latin typeface="Arial"/>
                      </a:endParaRPr>
                    </a:p>
                  </a:txBody>
                  <a:tcPr anchor="t" marL="36000" marR="36000">
                    <a:lnL w="2880">
                      <a:solidFill>
                        <a:srgbClr val="808080"/>
                      </a:solidFill>
                    </a:lnL>
                    <a:lnR w="2880">
                      <a:solidFill>
                        <a:srgbClr val="808080"/>
                      </a:solidFill>
                    </a:lnR>
                    <a:lnT w="2880">
                      <a:solidFill>
                        <a:srgbClr val="808080"/>
                      </a:solidFill>
                    </a:lnT>
                    <a:lnB w="2880">
                      <a:solidFill>
                        <a:srgbClr val="808080"/>
                      </a:solidFill>
                    </a:lnB>
                    <a:solidFill>
                      <a:srgbClr val="ffffff"/>
                    </a:solidFill>
                  </a:tcPr>
                </a:tc>
              </a:tr>
              <a:tr h="398520">
                <a:tc>
                  <a:txBody>
                    <a:bodyPr lIns="36000" rIns="36000" tIns="36000" bIns="36000" anchor="t">
                      <a:noAutofit/>
                    </a:bodyPr>
                    <a:p>
                      <a:pPr>
                        <a:lnSpc>
                          <a:spcPct val="100000"/>
                        </a:lnSpc>
                        <a:spcBef>
                          <a:spcPts val="221"/>
                        </a:spcBef>
                        <a:buNone/>
                        <a:tabLst>
                          <a:tab algn="l" pos="0"/>
                        </a:tabLst>
                      </a:pPr>
                      <a:r>
                        <a:rPr b="1" lang="en-US" sz="1100" spc="-1" strike="noStrike">
                          <a:solidFill>
                            <a:srgbClr val="ff0000"/>
                          </a:solidFill>
                          <a:latin typeface="Century Gothic"/>
                          <a:ea typeface="돋움"/>
                        </a:rPr>
                        <a:t>RETURN/EXIT</a:t>
                      </a:r>
                      <a:endParaRPr b="0" lang="es-CL" sz="1100" spc="-1" strike="noStrike">
                        <a:latin typeface="Arial"/>
                      </a:endParaRPr>
                    </a:p>
                  </a:txBody>
                  <a:tcPr anchor="t" marL="36000" marR="36000">
                    <a:lnL w="2880">
                      <a:solidFill>
                        <a:srgbClr val="808080"/>
                      </a:solidFill>
                    </a:lnL>
                    <a:lnR w="2880">
                      <a:solidFill>
                        <a:srgbClr val="808080"/>
                      </a:solidFill>
                    </a:lnR>
                    <a:lnT w="2880">
                      <a:solidFill>
                        <a:srgbClr val="808080"/>
                      </a:solidFill>
                    </a:lnT>
                    <a:lnB w="2880">
                      <a:solidFill>
                        <a:srgbClr val="808080"/>
                      </a:solidFill>
                    </a:lnB>
                    <a:solidFill>
                      <a:srgbClr val="ffffff"/>
                    </a:solidFill>
                  </a:tcPr>
                </a:tc>
                <a:tc>
                  <a:txBody>
                    <a:bodyPr lIns="36000" rIns="36000" tIns="36000" bIns="36000" anchor="t">
                      <a:noAutofit/>
                    </a:bodyPr>
                    <a:p>
                      <a:pPr>
                        <a:lnSpc>
                          <a:spcPct val="100000"/>
                        </a:lnSpc>
                        <a:spcBef>
                          <a:spcPts val="221"/>
                        </a:spcBef>
                        <a:buNone/>
                        <a:tabLst>
                          <a:tab algn="l" pos="0"/>
                        </a:tabLst>
                      </a:pPr>
                      <a:r>
                        <a:rPr b="1" lang="en-US" sz="1100" spc="-1" strike="noStrike">
                          <a:solidFill>
                            <a:srgbClr val="ff0000"/>
                          </a:solidFill>
                          <a:latin typeface="Century Gothic"/>
                          <a:ea typeface="돋움"/>
                        </a:rPr>
                        <a:t>In case of Game App, if game is terminated, the exit popup should be displayed.</a:t>
                      </a:r>
                      <a:endParaRPr b="0" lang="es-CL" sz="1100" spc="-1" strike="noStrike">
                        <a:latin typeface="Arial"/>
                      </a:endParaRPr>
                    </a:p>
                  </a:txBody>
                  <a:tcPr anchor="t" marL="36000" marR="36000">
                    <a:lnL w="2880">
                      <a:solidFill>
                        <a:srgbClr val="808080"/>
                      </a:solidFill>
                    </a:lnL>
                    <a:lnR w="2880">
                      <a:solidFill>
                        <a:srgbClr val="808080"/>
                      </a:solidFill>
                    </a:lnR>
                    <a:lnT w="2880">
                      <a:solidFill>
                        <a:srgbClr val="808080"/>
                      </a:solidFill>
                    </a:lnT>
                    <a:lnB w="2880">
                      <a:solidFill>
                        <a:srgbClr val="808080"/>
                      </a:solidFill>
                    </a:lnB>
                    <a:solidFill>
                      <a:srgbClr val="ffffff"/>
                    </a:solidFill>
                  </a:tcPr>
                </a:tc>
                <a:tc>
                  <a:txBody>
                    <a:bodyPr lIns="36000" rIns="36000" tIns="36000" bIns="36000" anchor="t">
                      <a:noAutofit/>
                    </a:bodyPr>
                    <a:p>
                      <a:pPr>
                        <a:lnSpc>
                          <a:spcPct val="100000"/>
                        </a:lnSpc>
                        <a:spcBef>
                          <a:spcPts val="221"/>
                        </a:spcBef>
                        <a:buNone/>
                        <a:tabLst>
                          <a:tab algn="l" pos="0"/>
                        </a:tabLst>
                      </a:pPr>
                      <a:r>
                        <a:rPr b="1" lang="en-US" sz="1100" spc="-1" strike="noStrike">
                          <a:solidFill>
                            <a:srgbClr val="ff0000"/>
                          </a:solidFill>
                          <a:latin typeface="Century Gothic"/>
                          <a:ea typeface="돋움"/>
                        </a:rPr>
                        <a:t>Samsung Mandatory</a:t>
                      </a:r>
                      <a:endParaRPr b="0" lang="es-CL" sz="1100" spc="-1" strike="noStrike">
                        <a:latin typeface="Arial"/>
                      </a:endParaRPr>
                    </a:p>
                  </a:txBody>
                  <a:tcPr anchor="t" marL="36000" marR="36000">
                    <a:lnL w="2880">
                      <a:solidFill>
                        <a:srgbClr val="808080"/>
                      </a:solidFill>
                    </a:lnL>
                    <a:lnR w="2880">
                      <a:solidFill>
                        <a:srgbClr val="808080"/>
                      </a:solidFill>
                    </a:lnR>
                    <a:lnT w="2880">
                      <a:solidFill>
                        <a:srgbClr val="808080"/>
                      </a:solidFill>
                    </a:lnT>
                    <a:lnB w="2880">
                      <a:solidFill>
                        <a:srgbClr val="808080"/>
                      </a:solidFill>
                    </a:lnB>
                    <a:solidFill>
                      <a:srgbClr val="ffffff"/>
                    </a:solidFill>
                  </a:tcPr>
                </a:tc>
              </a:tr>
            </a:tbl>
          </a:graphicData>
        </a:graphic>
      </p:graphicFrame>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0" name="PlaceHolder 1"/>
          <p:cNvSpPr>
            <a:spLocks noGrp="1"/>
          </p:cNvSpPr>
          <p:nvPr>
            <p:ph type="title"/>
          </p:nvPr>
        </p:nvSpPr>
        <p:spPr>
          <a:xfrm>
            <a:off x="457200" y="704160"/>
            <a:ext cx="8229240" cy="1142640"/>
          </a:xfrm>
          <a:prstGeom prst="rect">
            <a:avLst/>
          </a:prstGeom>
          <a:noFill/>
          <a:ln w="0">
            <a:noFill/>
          </a:ln>
        </p:spPr>
        <p:txBody>
          <a:bodyPr lIns="0" rIns="0" tIns="45000" bIns="0" anchor="b">
            <a:noAutofit/>
          </a:bodyPr>
          <a:p>
            <a:pPr>
              <a:lnSpc>
                <a:spcPct val="100000"/>
              </a:lnSpc>
              <a:buNone/>
            </a:pPr>
            <a:r>
              <a:rPr b="0" lang="en-US" sz="4000" spc="-1" strike="noStrike">
                <a:solidFill>
                  <a:srgbClr val="04617b"/>
                </a:solidFill>
                <a:latin typeface="Calibri"/>
              </a:rPr>
              <a:t>How to change languages</a:t>
            </a:r>
            <a:endParaRPr b="0" lang="es-CL" sz="4000" spc="-1" strike="noStrike">
              <a:solidFill>
                <a:srgbClr val="000000"/>
              </a:solidFill>
              <a:latin typeface="Constantia"/>
            </a:endParaRPr>
          </a:p>
        </p:txBody>
      </p:sp>
      <p:graphicFrame>
        <p:nvGraphicFramePr>
          <p:cNvPr id="391" name="내용 개체 틀 3"/>
          <p:cNvGraphicFramePr/>
          <p:nvPr/>
        </p:nvGraphicFramePr>
        <p:xfrm>
          <a:off x="467640" y="1935000"/>
          <a:ext cx="8218800" cy="1080720"/>
        </p:xfrm>
        <a:graphic>
          <a:graphicData uri="http://schemas.openxmlformats.org/drawingml/2006/table">
            <a:tbl>
              <a:tblPr/>
              <a:tblGrid>
                <a:gridCol w="1951920"/>
                <a:gridCol w="6266880"/>
              </a:tblGrid>
              <a:tr h="577080">
                <a:tc>
                  <a:txBody>
                    <a:bodyPr anchor="t">
                      <a:noAutofit/>
                    </a:bodyPr>
                    <a:p>
                      <a:pPr algn="ctr">
                        <a:lnSpc>
                          <a:spcPct val="100000"/>
                        </a:lnSpc>
                        <a:buNone/>
                      </a:pPr>
                      <a:r>
                        <a:rPr b="1" lang="en-US" sz="1800" spc="-1" strike="noStrike">
                          <a:solidFill>
                            <a:srgbClr val="ffffff"/>
                          </a:solidFill>
                          <a:latin typeface="Constantia"/>
                        </a:rPr>
                        <a:t>Items</a:t>
                      </a:r>
                      <a:endParaRPr b="0" lang="es-CL" sz="18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38160">
                      <a:solidFill>
                        <a:srgbClr val="ffffff"/>
                      </a:solidFill>
                    </a:lnB>
                    <a:solidFill>
                      <a:srgbClr val="0f6fc6"/>
                    </a:solidFill>
                  </a:tcPr>
                </a:tc>
                <a:tc>
                  <a:txBody>
                    <a:bodyPr anchor="t">
                      <a:noAutofit/>
                    </a:bodyPr>
                    <a:p>
                      <a:pPr algn="ctr">
                        <a:lnSpc>
                          <a:spcPct val="100000"/>
                        </a:lnSpc>
                        <a:buNone/>
                      </a:pPr>
                      <a:r>
                        <a:rPr b="1" lang="en-US" sz="1800" spc="-1" strike="noStrike">
                          <a:solidFill>
                            <a:srgbClr val="ffffff"/>
                          </a:solidFill>
                          <a:latin typeface="Constantia"/>
                        </a:rPr>
                        <a:t>Contents</a:t>
                      </a:r>
                      <a:endParaRPr b="0" lang="es-CL" sz="18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38160">
                      <a:solidFill>
                        <a:srgbClr val="ffffff"/>
                      </a:solidFill>
                    </a:lnB>
                    <a:solidFill>
                      <a:srgbClr val="0f6fc6"/>
                    </a:solidFill>
                  </a:tcPr>
                </a:tc>
              </a:tr>
              <a:tr h="504000">
                <a:tc>
                  <a:txBody>
                    <a:bodyPr anchor="t">
                      <a:noAutofit/>
                    </a:bodyPr>
                    <a:p>
                      <a:pPr>
                        <a:lnSpc>
                          <a:spcPct val="100000"/>
                        </a:lnSpc>
                        <a:buNone/>
                      </a:pPr>
                      <a:r>
                        <a:rPr b="0" lang="en-US" sz="1400" spc="-1" strike="noStrike">
                          <a:solidFill>
                            <a:srgbClr val="000000"/>
                          </a:solidFill>
                          <a:latin typeface="Constantia"/>
                        </a:rPr>
                        <a:t>How to change languages</a:t>
                      </a:r>
                      <a:endParaRPr b="0" lang="es-CL" sz="14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d4ea"/>
                    </a:solidFill>
                  </a:tcPr>
                </a:tc>
                <a:tc>
                  <a:txBody>
                    <a:bodyPr anchor="t">
                      <a:noAutofit/>
                    </a:bodyPr>
                    <a:p>
                      <a:pPr>
                        <a:lnSpc>
                          <a:spcPct val="100000"/>
                        </a:lnSpc>
                        <a:buNone/>
                      </a:pPr>
                      <a:r>
                        <a:rPr b="0" i="1" lang="en-US" sz="1400" spc="-1" strike="noStrike">
                          <a:solidFill>
                            <a:srgbClr val="55a839"/>
                          </a:solidFill>
                          <a:latin typeface="Constantia"/>
                        </a:rPr>
                        <a:t>If multi languages are supported, describe how to check multi languages on the App.  If not, ignore this box.</a:t>
                      </a:r>
                      <a:endParaRPr b="0" lang="es-CL" sz="1400" spc="-1" strike="noStrike">
                        <a:latin typeface="Arial"/>
                      </a:endParaRPr>
                    </a:p>
                    <a:p>
                      <a:pPr>
                        <a:lnSpc>
                          <a:spcPct val="100000"/>
                        </a:lnSpc>
                        <a:buNone/>
                      </a:pPr>
                      <a:r>
                        <a:rPr b="0" i="1" lang="en-US" sz="1200" spc="-1" strike="noStrike">
                          <a:solidFill>
                            <a:srgbClr val="55a839"/>
                          </a:solidFill>
                          <a:latin typeface="Constantia"/>
                        </a:rPr>
                        <a:t>(e.g.) change country setting to Spain on SMART HUB </a:t>
                      </a:r>
                      <a:endParaRPr b="0" lang="es-CL" sz="1200" spc="-1" strike="noStrike">
                        <a:latin typeface="Arial"/>
                      </a:endParaRPr>
                    </a:p>
                    <a:p>
                      <a:pPr>
                        <a:lnSpc>
                          <a:spcPct val="100000"/>
                        </a:lnSpc>
                        <a:buNone/>
                      </a:pPr>
                      <a:r>
                        <a:rPr b="0" i="1" lang="en-US" sz="1200" spc="-1" strike="noStrike">
                          <a:solidFill>
                            <a:srgbClr val="55a839"/>
                          </a:solidFill>
                          <a:latin typeface="Constantia"/>
                        </a:rPr>
                        <a:t>(e.g.) change OSD Language setting to German etc..</a:t>
                      </a:r>
                      <a:endParaRPr b="0" lang="es-CL" sz="12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d4ea"/>
                    </a:solidFill>
                  </a:tcPr>
                </a:tc>
              </a:tr>
            </a:tbl>
          </a:graphicData>
        </a:graphic>
      </p:graphicFrame>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Flow</Template>
  <TotalTime>1224</TotalTime>
  <Application>LibreOffice/7.3.7.2$Linux_X86_64 LibreOffice_project/30$Build-2</Application>
  <AppVersion>15.0000</AppVersion>
  <Words>843</Words>
  <Paragraphs>203</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2012-04-25T04:15:24Z</dcterms:created>
  <dc:creator>Windows 사용자</dc:creator>
  <dc:description/>
  <dc:language>es-CL</dc:language>
  <cp:lastModifiedBy/>
  <dcterms:modified xsi:type="dcterms:W3CDTF">2026-06-11T15:33:56Z</dcterms:modified>
  <cp:revision>58</cp:revision>
  <dc:subject/>
  <dc:title>슬라이드 1</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Presentación en pantalla (4:3)</vt:lpwstr>
  </property>
  <property fmtid="{D5CDD505-2E9C-101B-9397-08002B2CF9AE}" pid="3" name="Slides">
    <vt:i4>23</vt:i4>
  </property>
</Properties>
</file>