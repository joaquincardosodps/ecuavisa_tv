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61488"/>
            <a:ext cx="12191695" cy="68580"/>
          </a:xfrm>
          <a:prstGeom prst="rect">
            <a:avLst/>
          </a:prstGeom>
          <a:solidFill>
            <a:srgbClr val="FF137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Description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2971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TV Application Description (Samsung Tizen · LG webOS · Hisense)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DigitalProServer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61447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1.0.0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HISTORY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History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38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56692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05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05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05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05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2026.09.22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 Document, app version 1.0.0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Pro Server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173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5856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5856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Scenario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09981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099816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94106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9410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policy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78231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782312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change languages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0" y="1417320"/>
            <a:ext cx="4480560" cy="3200400"/>
          </a:xfrm>
          <a:prstGeom prst="roundRect">
            <a:avLst>
              <a:gd name="adj" fmla="val 2857"/>
            </a:avLst>
          </a:prstGeom>
          <a:solidFill>
            <a:srgbClr val="0D0539"/>
          </a:solidFill>
          <a:ln w="12700">
            <a:solidFill>
              <a:srgbClr val="0D05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this document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20574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description for the Ecuavisa Smart TV app. It covers the whole UI structure, the user flows, a screen-by-screen functional description and the remote-control key policy, following the standard certification document format.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Structure — Whole UI Structure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6344" y="12344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/ Login entry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97480" y="1481328"/>
            <a:ext cx="32004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17520" y="12344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123444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Pairing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(QR + 6-digit code)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1481328"/>
            <a:ext cx="32004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06440" y="12344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2344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selection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(choose / create)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1481328"/>
            <a:ext cx="32004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12480" y="1234440"/>
            <a:ext cx="3364992" cy="502920"/>
          </a:xfrm>
          <a:prstGeom prst="roundRect">
            <a:avLst>
              <a:gd name="adj" fmla="val 10909"/>
            </a:avLst>
          </a:prstGeom>
          <a:solidFill>
            <a:srgbClr val="FF1376"/>
          </a:solidFill>
          <a:ln w="12700">
            <a:solidFill>
              <a:srgbClr val="FF13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7344" y="123444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(main hub)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1938528"/>
            <a:ext cx="11365992" cy="365760"/>
          </a:xfrm>
          <a:prstGeom prst="rect">
            <a:avLst/>
          </a:prstGeom>
          <a:solidFill>
            <a:srgbClr val="E9EB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header:  Search   |   Inicio   |   En vivo   |   Videoteca   |   Mi lista   |   Avatar (profile)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" y="260604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" y="267919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(Home)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" y="2971800"/>
            <a:ext cx="17190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sections: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banner · Live channels grid ·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Recomendados · Top 10 · Category rows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25880" y="2331720"/>
            <a:ext cx="0" cy="27432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318918" y="260604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3782" y="260604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3782" y="267919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73782" y="2971800"/>
            <a:ext cx="17190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EPG with channel column +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grid; live player window;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over a cell plays that channel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33318" y="2331720"/>
            <a:ext cx="0" cy="27432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26357" y="260604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81221" y="260604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81221" y="267919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Videoteca (Programs)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81221" y="2971800"/>
            <a:ext cx="17190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per category + “Ver Más”;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detail: synopsis, seasons,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chapters; paid-content badges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40757" y="2331720"/>
            <a:ext cx="0" cy="27432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33795" y="260604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8659" y="260604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88659" y="267919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lista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88659" y="2971800"/>
            <a:ext cx="17190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 grid +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“Seguir viendo” history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(resume playback)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48195" y="2331720"/>
            <a:ext cx="0" cy="27432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41234" y="260604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96098" y="260604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96098" y="267919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96098" y="2971800"/>
            <a:ext cx="17190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 keyboard;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grid updates live;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opens programs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955634" y="2331720"/>
            <a:ext cx="0" cy="27432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948672" y="260604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03536" y="260604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003536" y="267919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Cuenta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003536" y="2971800"/>
            <a:ext cx="17190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data, profiles list,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edit / avatar,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out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0863072" y="2331720"/>
            <a:ext cx="0" cy="27432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11480" y="4224528"/>
            <a:ext cx="113659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" y="4224528"/>
            <a:ext cx="11256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 Player (full screen)  —  overlay controls: progress / seekbar · restart · ±10 s · play-pause · next chapter · chapter panel · mute · fullscreen.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(RETURN) leaves the player and returns to the previous screen.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89904" y="3977640"/>
            <a:ext cx="0" cy="246888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11480" y="4956048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" y="4956048"/>
            <a:ext cx="3456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view (“Ver Más”)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list of programs of a section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315968" y="4956048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4956048"/>
            <a:ext cx="3456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program navigation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→ Season → Chapter → Player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220456" y="4956048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75320" y="4956048"/>
            <a:ext cx="3456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dialog (Back on Home)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· Exit (native TV API)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structure — sample 1 (flow graph)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 playback path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FF1376"/>
          </a:solidFill>
          <a:ln w="12700">
            <a:solidFill>
              <a:srgbClr val="FF13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600200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91640" y="18379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691640" y="13807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057400" y="160020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1600200"/>
            <a:ext cx="1161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Videoteca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(Programas)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8379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91840" y="13807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0" y="160020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176" y="1600200"/>
            <a:ext cx="1161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detail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92040" y="18379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892040" y="13807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257800" y="160020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94376" y="1600200"/>
            <a:ext cx="1161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92240" y="18379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492240" y="13807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858000" y="160020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E9EBF7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600200"/>
            <a:ext cx="1161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(VOD)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5800" y="21396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(RETURN) from the player returns to the program detail; Back on Home opens the exit dialog.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TV path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297180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FF1376"/>
          </a:solidFill>
          <a:ln w="12700">
            <a:solidFill>
              <a:srgbClr val="FF13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2971800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91640" y="32095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691640" y="27523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057400" y="297180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93976" y="2971800"/>
            <a:ext cx="1161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91840" y="32095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291840" y="27523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657600" y="2971800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94176" y="2971800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(EPG)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20640" y="32095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120640" y="27523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486400" y="2971800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E9EBF7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22976" y="2971800"/>
            <a:ext cx="1298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playback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5800" y="3511296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a channel in the grid starts playback immediately on the TV.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path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" y="434340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FF1376"/>
          </a:solidFill>
          <a:ln w="12700">
            <a:solidFill>
              <a:srgbClr val="FF13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" y="4343400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691640" y="45811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691640" y="41239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057400" y="4343400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93976" y="4343400"/>
            <a:ext cx="1298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(keyboard)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29000" y="45811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3429000" y="41239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794760" y="434340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31336" y="434340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983480" y="45811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4983480" y="41239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349240" y="434340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85816" y="4343400"/>
            <a:ext cx="1161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detail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583680" y="45811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6583680" y="41239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949440" y="434340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E9EBF7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86016" y="4343400"/>
            <a:ext cx="1161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(VOD)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4864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path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85800" y="571500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FF1376"/>
          </a:solidFill>
          <a:ln w="12700">
            <a:solidFill>
              <a:srgbClr val="FF137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2376" y="5715000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691640" y="59527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1691640" y="54955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057400" y="571500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93976" y="5715000"/>
            <a:ext cx="1161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Cuenta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291840" y="59527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3291840" y="54955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657600" y="5715000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94176" y="5715000"/>
            <a:ext cx="1207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937760" y="59527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4937760" y="54955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303520" y="5715000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40096" y="5715000"/>
            <a:ext cx="1207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profile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583680" y="5952744"/>
            <a:ext cx="365760" cy="0"/>
          </a:xfrm>
          <a:prstGeom prst="line">
            <a:avLst/>
          </a:prstGeom>
          <a:noFill/>
          <a:ln w="15875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6583680" y="54955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949440" y="5715000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E9EBF7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86016" y="5715000"/>
            <a:ext cx="1298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avatar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structure — sample 2 (depth navigation)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11365992" cy="914400"/>
        </p:xfrm>
        <a:graphic>
          <a:graphicData uri="http://schemas.openxmlformats.org/drawingml/2006/table">
            <a:tbl>
              <a:tblPr/>
              <a:tblGrid>
                <a:gridCol w="2039112"/>
                <a:gridCol w="2194560"/>
                <a:gridCol w="2377440"/>
                <a:gridCol w="237744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 depth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2nd depth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3rd depth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4th depth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5th depth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53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(Inicio)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Videoteca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detail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 / Chapters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VOD Player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(Inicio)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vivo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 (EPG playback)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(Inicio)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Buscar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detail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VOD Player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(Inicio)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 lista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detail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 / Chapters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VOD Player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(Inicio)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 lista / Seguir viendo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Resume playback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0B0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(Inicio)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 Cuenta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 profile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Choose avatar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navigation paths and the maximum depth of each flow. The header (Inicio · En vivo · Videoteca · Mi lista · Buscar · Avatar) is available from every main screen.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Scenario (1/2)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starts on the Welcome screen (activation / login).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30552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TV Pairing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048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“Iniciar sesión”. A QR code and a 6-digit code are shown. Scan the QR with a mobile device or open the linking site and enter the code; the TV signs in automatically (the app polls the pairing status).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044952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026664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profile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30098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of the profiles (“¿Quién está ahí?”) or create a new one. Profiles are also managed from Mi Cuenta.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941064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922776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the Home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19709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content is shown in the hero banner (“Ver Ahora” starts playback). Below: live channels grid, “Recomendados”, “Top 10” and the category rows. Move the focus with the D-pad; the view scrolls automatically.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837176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81888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content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093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magnifier icon in the header and type with the on-screen keyboard (ESPACIO / BORRAR). The results grid updates while typing; press OK to open a program.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5733288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program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Videoteca lists the programs grouped by category. Select one (or use “Ver Más” to see a full category) to open the program detail: synopsis, seasons and chapters.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Scenario (2/2)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VOD content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player: play / pause, restart, ±10 seconds, seek, next chapter, chapter list, mute and fullscreen. Pressing Back returns to the program detail. Playback progress is stored and offered again under “Seguir viendo”.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30552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live TV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0487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“En vivo” shows the live player plus the EPG (channel column and day schedule). Selecting a cell plays that channel; the current program information is shown while watching.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044952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026664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Mi lista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30098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detail pages include an “add to Mi lista” button. “Mi lista” also hosts the “Seguir viendo” history with the remaining time of each title; OK resumes playback where it was left.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941064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922776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the account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19709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Cuenta shows the user data and the profiles. It is possible to add profiles (up to 4), edit the name with the on-screen keyboard and change the avatar. “Cerrar sesión” ends the session.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837176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81888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content (PPV)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093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programs are labelled “Capítulos pagados”. Locked chapters are protected: entitlement is validated before playback and a restriction overlay is displayed when the user has no access.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5733288"/>
            <a:ext cx="310896" cy="310896"/>
          </a:xfrm>
          <a:prstGeom prst="ellipse">
            <a:avLst/>
          </a:prstGeom>
          <a:solidFill>
            <a:srgbClr val="FF13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the app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Home screen, pressing Back opens the exit dialog (Cancel / Salir). Salir closes the app with the TV native API. On any inner screen, Back moves one level up.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/ Login entry</a:t>
            </a:r>
            <a:endParaRPr lang="en-US" sz="2100" dirty="0"/>
          </a:p>
        </p:txBody>
      </p:sp>
      <p:pic>
        <p:nvPicPr>
          <p:cNvPr id="4" name="Image 0" descr="/tmp/ecuavisa_shots/01-welcome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5933"/>
            <a:ext cx="7040880" cy="39604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5933"/>
            <a:ext cx="7040880" cy="39604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55802" y="2041398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91006" y="3170139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96619" y="3704806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26210" y="465532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591556" y="3625596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logo and welcome message: the user is asked to sign in to use the app.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“Iniciar sesión” button (focused by default) — opens the TV pairing screen.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information: users without an account are invited to register at www.ecuavisa.com.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that opens the registration portal on a mobile device.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26680" y="314553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mosaic with featured programs of the platform.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Pairing (activation) — Device code login</a:t>
            </a:r>
            <a:endParaRPr lang="en-US" sz="2100" dirty="0"/>
          </a:p>
        </p:txBody>
      </p:sp>
      <p:pic>
        <p:nvPicPr>
          <p:cNvPr id="4" name="Image 0" descr="/tmp/ecuavisa_shots/02-login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5933"/>
            <a:ext cx="7040880" cy="39604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5933"/>
            <a:ext cx="7040880" cy="39604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553" y="2615670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613459" y="3427571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68553" y="433848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859890" y="4873152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instructs the user to scan the QR code with a mobile device.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including the pairing URL with the current TV code.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the user opens the linking site and enters the 6-digit code.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Pairing code displayed on the TV. The app polls the status and signs in automatically once the code is validated on the web.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selection</a:t>
            </a:r>
            <a:endParaRPr lang="en-US" sz="2100" dirty="0"/>
          </a:p>
        </p:txBody>
      </p:sp>
      <p:pic>
        <p:nvPicPr>
          <p:cNvPr id="4" name="Image 0" descr="/tmp/ecuavisa_shots/03-seleccionar-perfil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45125" y="196412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303270" y="2379493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845613" y="334868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760927" y="334868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03270" y="4416772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“Editar perfiles” toggle — switches the screen into edition mode (profile cards open the edit screen).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title (“¿Quién está ahí?”), displayed after a successful sign-in.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profile (avatar + name). Pressing OK enters the app with that profile.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“Agregar perfil” — creates a new profile (maximum 4 profiles per account).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26680" y="314553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“Cerrar sesión” — signs out and returns to the Welcome screen.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— hero banner</a:t>
            </a:r>
            <a:endParaRPr lang="en-US" sz="2100" dirty="0"/>
          </a:p>
        </p:txBody>
      </p:sp>
      <p:pic>
        <p:nvPicPr>
          <p:cNvPr id="4" name="Image 0" descr="/tmp/ecuavisa_shots/04-home-top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45613" y="1837537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070141" y="1837537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613459" y="3051993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859890" y="3625596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367028" y="431787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96877" y="366515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4575" y="5306846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header: search icon, Inicio, En vivo, Videoteca and Mi lista.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/ profile button: opens Mi Cuenta (profile management).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program: title over the hero banner.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description of the featured program.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26680" y="314553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“Ver Ahora” button — starts the featured program.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26680" y="363931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 arrows to move between featured programs.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726680" y="413308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content section (live channels / rows). Moving the focus down scrolls the view.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— content rows</a:t>
            </a:r>
            <a:endParaRPr lang="en-US" sz="2100" dirty="0"/>
          </a:p>
        </p:txBody>
      </p:sp>
      <p:pic>
        <p:nvPicPr>
          <p:cNvPr id="4" name="Image 0" descr="/tmp/ecuavisa_shots/05-home-rows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78254" y="1766331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719072" y="2043243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85393" y="297287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31336" y="3744272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5802" y="5235640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channels row: each card shows the channel and the program on air (“EN VIVO”).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information of the live channel currently on air.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“Recomendados para ti” carousel.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cards (poster + title); OK opens the program detail.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26680" y="314553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“Top 10” ranking row with position badges.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— category rows</a:t>
            </a:r>
            <a:endParaRPr lang="en-US" sz="2100" dirty="0"/>
          </a:p>
        </p:txBody>
      </p:sp>
      <p:pic>
        <p:nvPicPr>
          <p:cNvPr id="4" name="Image 0" descr="/tmp/ecuavisa_shots/06-home-rows2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26210" y="233993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331824" y="370471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423160" y="370471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14984" y="532662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row title (e.g. “Entretenimiento”).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card: highlighted with a colored border and a zoom effect.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the row — navigate with the left / right arrows.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category row below (e.g. “Deportes”); the view scrolls automatically when moving the focus.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 — EPG &amp; live playback</a:t>
            </a:r>
            <a:endParaRPr lang="en-US" sz="2100" dirty="0"/>
          </a:p>
        </p:txBody>
      </p:sp>
      <p:pic>
        <p:nvPicPr>
          <p:cNvPr id="4" name="Image 0" descr="/tmp/ecuavisa_shots/15-en-vivo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07846" y="2498170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000707" y="3071772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521147" y="3269567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46650" y="4416772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719072" y="504971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775204" y="499037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“EN VIVO” badge of the selected channel.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name and current program with its schedule (start / end time).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player window.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EPG time ruler: the schedule is browsed by day and time slot.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26680" y="314553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column: Ecuavisa, Ecuavisa Play, Ecuavisa Sports, etc.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26680" y="363931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cells — selecting one plays that channel and shows its information.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Videoteca (Programas)</a:t>
            </a:r>
            <a:endParaRPr lang="en-US" sz="2100" dirty="0"/>
          </a:p>
        </p:txBody>
      </p:sp>
      <p:pic>
        <p:nvPicPr>
          <p:cNvPr id="4" name="Image 0" descr="/tmp/ecuavisa_shots/07-programas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85393" y="2241037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528773" y="2241037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96619" y="303221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071116" y="2794861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845613" y="3744272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55802" y="4258537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section title (series, entertainment, sports…).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arrows to browse the carousel.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card: poster, title and short metadata.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“Capítulos pagados” badge — program with paid (PPV) chapters.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26680" y="314553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“Ver Más” — opens the full program list of that category.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26680" y="363931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category rows, browsed with the D-pad.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view (“Ver Más”)</a:t>
            </a:r>
            <a:endParaRPr lang="en-US" sz="2100" dirty="0"/>
          </a:p>
        </p:txBody>
      </p:sp>
      <p:pic>
        <p:nvPicPr>
          <p:cNvPr id="4" name="Image 0" descr="/tmp/ecuavisa_shots/18-categoria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19072" y="263662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07846" y="3230008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96619" y="4139861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719072" y="5207949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with all the programs of the selected category.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card (poster + title) — OK opens the program detail.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Paid-content badge (“Capítulos pagados”) when the program has PPV chapters.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grid scrolls automatically while moving the focus with the D-pad.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detail — Program / series page</a:t>
            </a:r>
            <a:endParaRPr lang="en-US" sz="2100" dirty="0"/>
          </a:p>
        </p:txBody>
      </p:sp>
      <p:pic>
        <p:nvPicPr>
          <p:cNvPr id="4" name="Image 0" descr="/tmp/ecuavisa_shots/16-programa-detalle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19072" y="2873978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423160" y="336846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331824" y="402118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141525" y="402118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5802" y="5207949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title over the main artwork.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Synopsis of the program.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“Ver ahora” — starts playback of the first available chapter.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“Add to Mi lista” button (heart icon).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26680" y="314553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tabs (Detalles / Capítulos) with the metadata and the episode list.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 Player</a:t>
            </a:r>
            <a:endParaRPr lang="en-US" sz="2100" dirty="0"/>
          </a:p>
        </p:txBody>
      </p:sp>
      <p:pic>
        <p:nvPicPr>
          <p:cNvPr id="4" name="Image 0" descr="/tmp/ecuavisa_shots/17b-player-ui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26210" y="2043243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7736" y="2102581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3349" y="4812361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26210" y="5267287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092044" y="4772802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65210" y="5207949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31336" y="4772802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97462" y="5207949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21342" y="4772802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753301" y="4772802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/ episode title and season:episode indicator.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button — returns to the program detail (RETURN key as well).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Elapsed time / duration.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Seekbar — appears when the UI is visible; the arrows move the position.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726680" y="314553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“Restart chapter” button.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726680" y="363931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Rewind 10 seconds / forward 10 seconds.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26680" y="413308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/ Pause (also with the media Play-Pause key or OK).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726680" y="462686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chapter (enabled when a next episode exists).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726680" y="512064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“Ver todos los capítulos” — opens the chapter panel of the program.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726680" y="561441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 and fullscreen buttons.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— Virtual keyboard &amp; results</a:t>
            </a:r>
            <a:endParaRPr lang="en-US" sz="2100" dirty="0"/>
          </a:p>
        </p:txBody>
      </p:sp>
      <p:pic>
        <p:nvPicPr>
          <p:cNvPr id="4" name="Image 0" descr="/tmp/ecuavisa_shots/08-buscar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8663" y="232015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719072" y="3625596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38962" y="2834420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26210" y="4792581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98694" y="2834420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field (“Buscar programas…”).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 keyboard, fully navigable with the remote (D-pad).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key — press OK to type the letter.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(space) and BORRAR (backspace) actions.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26680" y="314553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grid: it is updated while the user types; OK opens the selected program.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lista — Favorites</a:t>
            </a:r>
            <a:endParaRPr lang="en-US" sz="2100" dirty="0"/>
          </a:p>
        </p:txBody>
      </p:sp>
      <p:pic>
        <p:nvPicPr>
          <p:cNvPr id="4" name="Image 0" descr="/tmp/ecuavisa_shots/09-mi-lista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30298" y="2201478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859890" y="2755302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35424" y="3625596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507846" y="3230008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Tabs: “Mi Lista” (favorites) and “Seguir viendo” (continue watching).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 program, highlighted with the focus style.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with all the saved programs.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opens the program; the list is updated from the program detail page (heart button).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viendo — Continue watching</a:t>
            </a:r>
            <a:endParaRPr lang="en-US" sz="2100" dirty="0"/>
          </a:p>
        </p:txBody>
      </p:sp>
      <p:pic>
        <p:nvPicPr>
          <p:cNvPr id="4" name="Image 0" descr="/tmp/ecuavisa_shots/10-seguir-viendo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89481" y="2458611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423160" y="303221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507846" y="3823390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“Seguir Viendo” history with the content the user started.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with the thumbnail and the chapter title of each item.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time of the chapter; OK resumes playback from that position.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Cuenta — User data &amp; profiles</a:t>
            </a:r>
            <a:endParaRPr lang="en-US" sz="2100" dirty="0"/>
          </a:p>
        </p:txBody>
      </p:sp>
      <p:pic>
        <p:nvPicPr>
          <p:cNvPr id="4" name="Image 0" descr="/tmp/ecuavisa_shots/12-perfiles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37437" y="330912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042562" y="2814640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59402" y="330912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394606" y="3922287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239512" y="330912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831336" y="4555228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 (name, last name, birthdate, phone, country, city, gender).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 associated with the account.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card (avatar + name) — the focused profile can be edited or selected.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Edit-profile shortcut over the profile card.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26680" y="314553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“Agregar Perfil” — creates a new profile (maximum 4).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26680" y="363931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“Cerrar sesión” — signs out of the account.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profile — Name &amp; avatar</a:t>
            </a:r>
            <a:endParaRPr lang="en-US" sz="2100" dirty="0"/>
          </a:p>
        </p:txBody>
      </p:sp>
      <p:pic>
        <p:nvPicPr>
          <p:cNvPr id="4" name="Image 0" descr="/tmp/ecuavisa_shots/13-editar-perfil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07846" y="2280596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071116" y="2517949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719072" y="3625596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605833" y="3625596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31336" y="301243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676242" y="5010155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title (“Editar mi perfil”).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text: type the name with the keyboard and change the avatar.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avatar — opens the “Elegir avatar” screen.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 keyboard to edit the profile name (D-pad navigation).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26680" y="314553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key of the keyboard.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26680" y="363931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/ BORRAR actions; the save button confirms the changes.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avatar</a:t>
            </a:r>
            <a:endParaRPr lang="en-US" sz="2100" dirty="0"/>
          </a:p>
        </p:txBody>
      </p:sp>
      <p:pic>
        <p:nvPicPr>
          <p:cNvPr id="4" name="Image 0" descr="/tmp/ecuavisa_shots/14-avatares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91006" y="2438831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648663" y="303221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75204" y="3388243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507846" y="4298096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button — returns to the profile edition screen.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title (“Elegir avatar”).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to select the avatar of the profile.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26680" y="265176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avatars; the selected one shows a check mark. Pressing OK confirms the selection.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FUNCTION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dialog — Back behaviour on Home</a:t>
            </a:r>
            <a:endParaRPr lang="en-US" sz="2100" dirty="0"/>
          </a:p>
        </p:txBody>
      </p:sp>
      <p:pic>
        <p:nvPicPr>
          <p:cNvPr id="4" name="Image 0" descr="/tmp/ecuavisa_shots/19-exit-modal_1431x8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48239"/>
            <a:ext cx="7040880" cy="39558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748239"/>
            <a:ext cx="7040880" cy="3955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31336" y="3230008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268066" y="402118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94606" y="4021184"/>
            <a:ext cx="201168" cy="201168"/>
          </a:xfrm>
          <a:prstGeom prst="ellipse">
            <a:avLst/>
          </a:prstGeom>
          <a:solidFill>
            <a:srgbClr val="FF1376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26680" y="1170432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dialog: shown when pressing Back (RETURN / ESC / Backspace) on the Home screen.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26680" y="1664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“Cancelar” — closes the dialog and returns to the app.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2157984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“Salir” — closes the application using the native TV API (Tizen: application exit; webOS: window.close / platformBack).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POLICY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Policy</a:t>
            </a:r>
            <a:endParaRPr lang="en-US" sz="2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754880"/>
                <a:gridCol w="469087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Button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5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5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53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Directional keys (D-pad)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Moves the focus between cards, rows and buttons. The view scrolls automatically to keep the focused element visible.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A6A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Spatial navigation (focus zones per screen).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/ Enter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Selects the focused element (same behaviour as a mouse click).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A6A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the virtual keyboard, types the focused key.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(Back)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Moves to the previous screen (one level up). On the Home screen it shows the exit dialog. In the VOD player it returns to the program detail.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A6A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Samsung mandatory. Tizen: keyCode 10009 / XF86Back. LG: 461 / GoBack. Browser: Backspace / Escape.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Closes the app and returns to the TV broadcast.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A6A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Samsung mandatory. Implemented with the TV native API (Tizen application.exit(), webOS window.close + platformBack).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 / Pause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Toggles playback on the live or VOD player.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A6A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media keys (MediaPlayPause / Space).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/ Right arrows (player)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Shows the player UI and moves the seekbar position (hold to seek) on VOD content.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A6A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content has no seekbar.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 keys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4A4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Reserved for the live EPG navigation on TV remotes.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A6A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required by the current certification scope.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13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change languages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11365992" cy="2377440"/>
          </a:xfrm>
          <a:prstGeom prst="roundRect">
            <a:avLst>
              <a:gd name="adj" fmla="val 3077"/>
            </a:avLst>
          </a:prstGeom>
          <a:solidFill>
            <a:srgbClr val="F2F3FA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change languages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201168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is delivered in a single language (Spanish – es-EC). All the UI strings and contents are shown in Spanish.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in-app language selector and multiple languages are not supported in this version; therefore no language-change flow is required for certification.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Ecuavisa – Application Description | Digital Pro Server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Digital Pro Server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Ecuavisa Description</dc:title>
  <dc:subject>PptxGenJS Presentation</dc:subject>
  <dc:creator>Digital Pro Server</dc:creator>
  <cp:lastModifiedBy>Digital Pro Server</cp:lastModifiedBy>
  <cp:revision>1</cp:revision>
  <dcterms:created xsi:type="dcterms:W3CDTF">2026-09-22T20:46:32Z</dcterms:created>
  <dcterms:modified xsi:type="dcterms:W3CDTF">2026-09-22T20:46:32Z</dcterms:modified>
</cp:coreProperties>
</file>